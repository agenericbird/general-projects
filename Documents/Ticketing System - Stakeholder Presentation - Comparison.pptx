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30.png" ContentType="image/png"/>
  <Override PartName="/ppt/media/image2.jpeg" ContentType="image/jpeg"/>
  <Override PartName="/ppt/media/image38.png" ContentType="image/png"/>
  <Override PartName="/ppt/media/image3.png" ContentType="image/png"/>
  <Override PartName="/ppt/media/image28.png" ContentType="image/png"/>
  <Override PartName="/ppt/media/image11.png" ContentType="image/png"/>
  <Override PartName="/ppt/media/image8.png" ContentType="image/png"/>
  <Override PartName="/ppt/media/image22.png" ContentType="image/png"/>
  <Override PartName="/ppt/media/image1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data7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8.xml" ContentType="application/vnd.openxmlformats-officedocument.drawingml.diagramStyle+xml"/>
  <Override PartName="/ppt/diagrams/data2.xml" ContentType="application/vnd.openxmlformats-officedocument.drawingml.diagramData+xml"/>
  <Override PartName="/ppt/diagrams/data8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drawing5.xml" ContentType="application/vnd.ms-office.drawingml.diagramDrawing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drawing6.xml" ContentType="application/vnd.ms-office.drawingml.diagramDrawing+xml"/>
  <Override PartName="/ppt/diagrams/colors5.xml" ContentType="application/vnd.openxmlformats-officedocument.drawingml.diagramColor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drawing7.xml" ContentType="application/vnd.ms-office.drawingml.diagramDrawing+xml"/>
  <Override PartName="/ppt/diagrams/colors6.xml" ContentType="application/vnd.openxmlformats-officedocument.drawingml.diagramColors+xml"/>
  <Override PartName="/ppt/diagrams/layout7.xml" ContentType="application/vnd.openxmlformats-officedocument.drawingml.diagramLayout+xml"/>
  <Override PartName="/ppt/diagrams/drawing8.xml" ContentType="application/vnd.ms-office.drawingml.diagramDrawing+xml"/>
  <Override PartName="/ppt/diagrams/colors7.xml" ContentType="application/vnd.openxmlformats-officedocument.drawingml.diagramColors+xml"/>
  <Override PartName="/ppt/diagrams/layout8.xml" ContentType="application/vnd.openxmlformats-officedocument.drawingml.diagramLayout+xml"/>
  <Override PartName="/ppt/diagrams/colors8.xml" ContentType="application/vnd.openxmlformats-officedocument.drawingml.diagramColors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6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D77461-566F-466B-BE2F-B83202B60BDE}">
      <dgm:prSet/>
      <dgm:spPr/>
      <dgm:t>
        <a:bodyPr/>
        <a:lstStyle/>
        <a:p>
          <a:r>
            <a:rPr lang="en-US"/>
            <a:t>Container Support</a:t>
          </a:r>
        </a:p>
      </dgm:t>
    </dgm:pt>
    <dgm:pt modelId="{1A818CD5-2A74-41ED-9AC8-02B93A87C8F2}" type="parTrans" cxnId="{572F8743-C8A4-4906-89F9-9DABE445D573}">
      <dgm:prSet/>
      <dgm:spPr/>
      <dgm:t>
        <a:bodyPr/>
        <a:lstStyle/>
        <a:p>
          <a:endParaRPr lang="en-US"/>
        </a:p>
      </dgm:t>
    </dgm:pt>
    <dgm:pt modelId="{0B9EA383-C0EA-409A-BC39-776DD1043814}" type="sibTrans" cxnId="{572F8743-C8A4-4906-89F9-9DABE445D573}">
      <dgm:prSet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r>
            <a:rPr lang="en-US"/>
            <a:t>Free (Open Source)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r>
            <a:rPr lang="en-US"/>
            <a:t>Self-Hosted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r>
            <a:rPr lang="en-US"/>
            <a:t>Categorization of Tickets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r>
            <a:rPr lang="en-US"/>
            <a:t>KBA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r>
            <a:rPr lang="en-US"/>
            <a:t>Dashboard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r>
            <a:rPr lang="en-US"/>
            <a:t>Reporting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/>
      <dgm:spPr/>
      <dgm:t>
        <a:bodyPr/>
        <a:lstStyle/>
        <a:p>
          <a:r>
            <a:rPr lang="en-US"/>
            <a:t>Prioritization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/>
      <dgm:spPr/>
      <dgm:t>
        <a:bodyPr/>
        <a:lstStyle/>
        <a:p>
          <a:r>
            <a:rPr lang="en-US"/>
            <a:t>Security</a:t>
          </a: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009B5965-4518-45D9-A33A-F4C1E1ED6315}" type="pres">
      <dgm:prSet presAssocID="{EED77461-566F-466B-BE2F-B83202B60BDE}" presName="thickLine" presStyleLbl="alignNode1" presStyleIdx="0" presStyleCnt="9"/>
      <dgm:spPr/>
    </dgm:pt>
    <dgm:pt modelId="{C6B5F29D-A7AD-4034-8AD4-3C05FD54950E}" type="pres">
      <dgm:prSet presAssocID="{EED77461-566F-466B-BE2F-B83202B60BDE}" presName="horz1" presStyleCnt="0"/>
      <dgm:spPr/>
    </dgm:pt>
    <dgm:pt modelId="{55A19260-B414-47BD-BD54-0B638CCFB07D}" type="pres">
      <dgm:prSet presAssocID="{EED77461-566F-466B-BE2F-B83202B60BDE}" presName="tx1" presStyleLbl="revTx" presStyleIdx="0" presStyleCnt="9"/>
      <dgm:spPr/>
    </dgm:pt>
    <dgm:pt modelId="{C90B3CF7-A6FE-4CEF-84CC-9738CB2A7805}" type="pres">
      <dgm:prSet presAssocID="{EED77461-566F-466B-BE2F-B83202B60BDE}" presName="vert1" presStyleCnt="0"/>
      <dgm:spPr/>
    </dgm:pt>
    <dgm:pt modelId="{4AAE10C2-2D0F-479A-A5BF-8F387A2377F6}" type="pres">
      <dgm:prSet presAssocID="{034460D6-4247-4FFC-B01D-BD0EBBB2770F}" presName="thickLine" presStyleLbl="alignNode1" presStyleIdx="1" presStyleCnt="9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1" presStyleCnt="9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2" presStyleCnt="9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2" presStyleCnt="9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3" presStyleCnt="9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3" presStyleCnt="9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4" presStyleCnt="9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4" presStyleCnt="9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5" presStyleCnt="9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5" presStyleCnt="9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6" presStyleCnt="9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6" presStyleCnt="9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7" presStyleCnt="9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7" presStyleCnt="9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8" presStyleCnt="9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8" presStyleCnt="9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5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3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6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572F8743-C8A4-4906-89F9-9DABE445D573}" srcId="{EA32992C-3B89-4F58-8143-2E35CBD93690}" destId="{EED77461-566F-466B-BE2F-B83202B60BDE}" srcOrd="0" destOrd="0" parTransId="{1A818CD5-2A74-41ED-9AC8-02B93A87C8F2}" sibTransId="{0B9EA383-C0EA-409A-BC39-776DD1043814}"/>
    <dgm:cxn modelId="{F0FC1152-2280-47CE-81C7-F6C19D015E5A}" srcId="{EA32992C-3B89-4F58-8143-2E35CBD93690}" destId="{D33E9288-9798-451B-95B7-EDD5211DC09D}" srcOrd="7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4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FC7DF6D8-221A-46CE-A325-BD46157269CD}" type="presOf" srcId="{EED77461-566F-466B-BE2F-B83202B60BDE}" destId="{55A19260-B414-47BD-BD54-0B638CCFB07D}" srcOrd="0" destOrd="0" presId="urn:microsoft.com/office/officeart/2008/layout/LinedList"/>
    <dgm:cxn modelId="{BA013FDC-AA8F-4C7F-B34A-A929BCE807D4}" srcId="{EA32992C-3B89-4F58-8143-2E35CBD93690}" destId="{3638903B-218A-48DD-8E9C-9089BEE91D73}" srcOrd="8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2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1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0AAE410F-E1C1-43C8-B987-EEC75F0274B4}" type="presParOf" srcId="{EDBB0601-4783-4BA9-AC24-A426040F3009}" destId="{009B5965-4518-45D9-A33A-F4C1E1ED6315}" srcOrd="0" destOrd="0" presId="urn:microsoft.com/office/officeart/2008/layout/LinedList"/>
    <dgm:cxn modelId="{CFA35857-C5D3-4C6A-865C-92BC28211F88}" type="presParOf" srcId="{EDBB0601-4783-4BA9-AC24-A426040F3009}" destId="{C6B5F29D-A7AD-4034-8AD4-3C05FD54950E}" srcOrd="1" destOrd="0" presId="urn:microsoft.com/office/officeart/2008/layout/LinedList"/>
    <dgm:cxn modelId="{F73172EA-CDA4-4DCF-A1AE-845531F01DAB}" type="presParOf" srcId="{C6B5F29D-A7AD-4034-8AD4-3C05FD54950E}" destId="{55A19260-B414-47BD-BD54-0B638CCFB07D}" srcOrd="0" destOrd="0" presId="urn:microsoft.com/office/officeart/2008/layout/LinedList"/>
    <dgm:cxn modelId="{5A1111EB-4245-444C-9138-B545D9F675C9}" type="presParOf" srcId="{C6B5F29D-A7AD-4034-8AD4-3C05FD54950E}" destId="{C90B3CF7-A6FE-4CEF-84CC-9738CB2A7805}" srcOrd="1" destOrd="0" presId="urn:microsoft.com/office/officeart/2008/layout/LinedList"/>
    <dgm:cxn modelId="{D86381D1-D87D-409F-94E7-F7287B8A828C}" type="presParOf" srcId="{EDBB0601-4783-4BA9-AC24-A426040F3009}" destId="{4AAE10C2-2D0F-479A-A5BF-8F387A2377F6}" srcOrd="2" destOrd="0" presId="urn:microsoft.com/office/officeart/2008/layout/LinedList"/>
    <dgm:cxn modelId="{2B004A63-8C60-471A-9A36-49F9C9146579}" type="presParOf" srcId="{EDBB0601-4783-4BA9-AC24-A426040F3009}" destId="{402C4C2A-DEFF-4325-A122-BE613156AF4E}" srcOrd="3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4" destOrd="0" presId="urn:microsoft.com/office/officeart/2008/layout/LinedList"/>
    <dgm:cxn modelId="{D0246A61-3FD9-4FBA-AEA2-0BE48FBB06CC}" type="presParOf" srcId="{EDBB0601-4783-4BA9-AC24-A426040F3009}" destId="{9F8B26CE-218B-43C8-91FC-ACE2FD256E35}" srcOrd="5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6" destOrd="0" presId="urn:microsoft.com/office/officeart/2008/layout/LinedList"/>
    <dgm:cxn modelId="{83123437-7985-4576-AE94-20CA999596E0}" type="presParOf" srcId="{EDBB0601-4783-4BA9-AC24-A426040F3009}" destId="{C2A9C504-8EBC-420F-A218-BD41101013A1}" srcOrd="7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8" destOrd="0" presId="urn:microsoft.com/office/officeart/2008/layout/LinedList"/>
    <dgm:cxn modelId="{90C4A226-A7FF-4146-9A42-32FCA8E3B008}" type="presParOf" srcId="{EDBB0601-4783-4BA9-AC24-A426040F3009}" destId="{1E40D719-2497-4C38-A413-4DC51467D3B9}" srcOrd="9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10" destOrd="0" presId="urn:microsoft.com/office/officeart/2008/layout/LinedList"/>
    <dgm:cxn modelId="{57FD770B-008B-4A8F-9597-1A6DA49B652F}" type="presParOf" srcId="{EDBB0601-4783-4BA9-AC24-A426040F3009}" destId="{4CCFD64B-BE80-4F96-AE0D-6A081F4DAB31}" srcOrd="11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2" destOrd="0" presId="urn:microsoft.com/office/officeart/2008/layout/LinedList"/>
    <dgm:cxn modelId="{A48951ED-714F-43CA-A518-5E484088F547}" type="presParOf" srcId="{EDBB0601-4783-4BA9-AC24-A426040F3009}" destId="{356799AD-282A-42EA-88FC-BD179D521FA3}" srcOrd="13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4" destOrd="0" presId="urn:microsoft.com/office/officeart/2008/layout/LinedList"/>
    <dgm:cxn modelId="{DDC06589-8767-48C7-AC74-091D39727BF2}" type="presParOf" srcId="{EDBB0601-4783-4BA9-AC24-A426040F3009}" destId="{C36B1EF1-8D81-4DBF-8098-0E9DBF0BBCF5}" srcOrd="15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6" destOrd="0" presId="urn:microsoft.com/office/officeart/2008/layout/LinedList"/>
    <dgm:cxn modelId="{B8E96BFA-3AC7-43C7-9FE1-8BD1912BAEBB}" type="presParOf" srcId="{EDBB0601-4783-4BA9-AC24-A426040F3009}" destId="{05021298-0DB9-4B44-AE36-70719CAEE019}" srcOrd="17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Fine-grained Permission assigning</a:t>
          </a:r>
          <a:endParaRPr lang="en-US">
            <a:latin typeface="Goudy Old Style"/>
          </a:endParaRP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Keyword Searching</a:t>
          </a:r>
          <a:endParaRPr lang="en-US">
            <a:latin typeface="Goudy Old Style"/>
          </a:endParaRP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Bulk User creation</a:t>
          </a:r>
          <a:endParaRPr lang="en-US">
            <a:latin typeface="Goudy Old Style"/>
          </a:endParaRP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API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Email Integration</a:t>
          </a:r>
          <a:endParaRPr lang="en-US">
            <a:latin typeface="Goudy Old Style"/>
          </a:endParaRP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Official Documentation</a:t>
          </a:r>
          <a:endParaRPr lang="en-US">
            <a:latin typeface="Goudy Old Style"/>
          </a:endParaRP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chemeClr val="tx1"/>
              </a:solidFill>
              <a:latin typeface="Goudy Old Style"/>
            </a:rPr>
            <a:t>Non limiting caps (for users, tickets, etc.)</a:t>
          </a:r>
          <a:endParaRPr lang="en-US">
            <a:latin typeface="Goudy Old Style"/>
          </a:endParaRP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0000"/>
              </a:solidFill>
              <a:latin typeface="Goudy Old Style"/>
            </a:rPr>
            <a:t>Bulk Ticket resolution</a:t>
          </a:r>
          <a:endParaRPr lang="en-US"/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4AAE10C2-2D0F-479A-A5BF-8F387A2377F6}" type="pres">
      <dgm:prSet presAssocID="{034460D6-4247-4FFC-B01D-BD0EBBB2770F}" presName="thickLine" presStyleLbl="alignNode1" presStyleIdx="0" presStyleCnt="8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0" presStyleCnt="8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1" presStyleCnt="8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1" presStyleCnt="8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2" presStyleCnt="8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2" presStyleCnt="8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3" presStyleCnt="8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3" presStyleCnt="8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4" presStyleCnt="8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4" presStyleCnt="8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5" presStyleCnt="8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5" presStyleCnt="8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6" presStyleCnt="8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6" presStyleCnt="8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7" presStyleCnt="8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7" presStyleCnt="8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4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2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5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F0FC1152-2280-47CE-81C7-F6C19D015E5A}" srcId="{EA32992C-3B89-4F58-8143-2E35CBD93690}" destId="{D33E9288-9798-451B-95B7-EDD5211DC09D}" srcOrd="6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3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BA013FDC-AA8F-4C7F-B34A-A929BCE807D4}" srcId="{EA32992C-3B89-4F58-8143-2E35CBD93690}" destId="{3638903B-218A-48DD-8E9C-9089BEE91D73}" srcOrd="7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1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0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D86381D1-D87D-409F-94E7-F7287B8A828C}" type="presParOf" srcId="{EDBB0601-4783-4BA9-AC24-A426040F3009}" destId="{4AAE10C2-2D0F-479A-A5BF-8F387A2377F6}" srcOrd="0" destOrd="0" presId="urn:microsoft.com/office/officeart/2008/layout/LinedList"/>
    <dgm:cxn modelId="{2B004A63-8C60-471A-9A36-49F9C9146579}" type="presParOf" srcId="{EDBB0601-4783-4BA9-AC24-A426040F3009}" destId="{402C4C2A-DEFF-4325-A122-BE613156AF4E}" srcOrd="1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2" destOrd="0" presId="urn:microsoft.com/office/officeart/2008/layout/LinedList"/>
    <dgm:cxn modelId="{D0246A61-3FD9-4FBA-AEA2-0BE48FBB06CC}" type="presParOf" srcId="{EDBB0601-4783-4BA9-AC24-A426040F3009}" destId="{9F8B26CE-218B-43C8-91FC-ACE2FD256E35}" srcOrd="3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4" destOrd="0" presId="urn:microsoft.com/office/officeart/2008/layout/LinedList"/>
    <dgm:cxn modelId="{83123437-7985-4576-AE94-20CA999596E0}" type="presParOf" srcId="{EDBB0601-4783-4BA9-AC24-A426040F3009}" destId="{C2A9C504-8EBC-420F-A218-BD41101013A1}" srcOrd="5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6" destOrd="0" presId="urn:microsoft.com/office/officeart/2008/layout/LinedList"/>
    <dgm:cxn modelId="{90C4A226-A7FF-4146-9A42-32FCA8E3B008}" type="presParOf" srcId="{EDBB0601-4783-4BA9-AC24-A426040F3009}" destId="{1E40D719-2497-4C38-A413-4DC51467D3B9}" srcOrd="7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8" destOrd="0" presId="urn:microsoft.com/office/officeart/2008/layout/LinedList"/>
    <dgm:cxn modelId="{57FD770B-008B-4A8F-9597-1A6DA49B652F}" type="presParOf" srcId="{EDBB0601-4783-4BA9-AC24-A426040F3009}" destId="{4CCFD64B-BE80-4F96-AE0D-6A081F4DAB31}" srcOrd="9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0" destOrd="0" presId="urn:microsoft.com/office/officeart/2008/layout/LinedList"/>
    <dgm:cxn modelId="{A48951ED-714F-43CA-A518-5E484088F547}" type="presParOf" srcId="{EDBB0601-4783-4BA9-AC24-A426040F3009}" destId="{356799AD-282A-42EA-88FC-BD179D521FA3}" srcOrd="11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2" destOrd="0" presId="urn:microsoft.com/office/officeart/2008/layout/LinedList"/>
    <dgm:cxn modelId="{DDC06589-8767-48C7-AC74-091D39727BF2}" type="presParOf" srcId="{EDBB0601-4783-4BA9-AC24-A426040F3009}" destId="{C36B1EF1-8D81-4DBF-8098-0E9DBF0BBCF5}" srcOrd="13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4" destOrd="0" presId="urn:microsoft.com/office/officeart/2008/layout/LinedList"/>
    <dgm:cxn modelId="{B8E96BFA-3AC7-43C7-9FE1-8BD1912BAEBB}" type="presParOf" srcId="{EDBB0601-4783-4BA9-AC24-A426040F3009}" destId="{05021298-0DB9-4B44-AE36-70719CAEE019}" srcOrd="15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D77461-566F-466B-BE2F-B83202B60BDE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Container Support</a:t>
          </a:r>
        </a:p>
      </dgm:t>
    </dgm:pt>
    <dgm:pt modelId="{1A818CD5-2A74-41ED-9AC8-02B93A87C8F2}" type="parTrans" cxnId="{572F8743-C8A4-4906-89F9-9DABE445D573}">
      <dgm:prSet/>
      <dgm:spPr/>
      <dgm:t>
        <a:bodyPr/>
        <a:lstStyle/>
        <a:p>
          <a:endParaRPr lang="en-US"/>
        </a:p>
      </dgm:t>
    </dgm:pt>
    <dgm:pt modelId="{0B9EA383-C0EA-409A-BC39-776DD1043814}" type="sibTrans" cxnId="{572F8743-C8A4-4906-89F9-9DABE445D573}">
      <dgm:prSet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Free (Open Source)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Self-Hosted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Categorization of Tickets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KBA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Dashboard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Reporting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Prioritization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C000"/>
              </a:solidFill>
              <a:latin typeface="Goudy Old Style"/>
            </a:rPr>
            <a:t>Security</a:t>
          </a: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009B5965-4518-45D9-A33A-F4C1E1ED6315}" type="pres">
      <dgm:prSet presAssocID="{EED77461-566F-466B-BE2F-B83202B60BDE}" presName="thickLine" presStyleLbl="alignNode1" presStyleIdx="0" presStyleCnt="9"/>
      <dgm:spPr/>
    </dgm:pt>
    <dgm:pt modelId="{C6B5F29D-A7AD-4034-8AD4-3C05FD54950E}" type="pres">
      <dgm:prSet presAssocID="{EED77461-566F-466B-BE2F-B83202B60BDE}" presName="horz1" presStyleCnt="0"/>
      <dgm:spPr/>
    </dgm:pt>
    <dgm:pt modelId="{55A19260-B414-47BD-BD54-0B638CCFB07D}" type="pres">
      <dgm:prSet presAssocID="{EED77461-566F-466B-BE2F-B83202B60BDE}" presName="tx1" presStyleLbl="revTx" presStyleIdx="0" presStyleCnt="9"/>
      <dgm:spPr/>
    </dgm:pt>
    <dgm:pt modelId="{C90B3CF7-A6FE-4CEF-84CC-9738CB2A7805}" type="pres">
      <dgm:prSet presAssocID="{EED77461-566F-466B-BE2F-B83202B60BDE}" presName="vert1" presStyleCnt="0"/>
      <dgm:spPr/>
    </dgm:pt>
    <dgm:pt modelId="{4AAE10C2-2D0F-479A-A5BF-8F387A2377F6}" type="pres">
      <dgm:prSet presAssocID="{034460D6-4247-4FFC-B01D-BD0EBBB2770F}" presName="thickLine" presStyleLbl="alignNode1" presStyleIdx="1" presStyleCnt="9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1" presStyleCnt="9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2" presStyleCnt="9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2" presStyleCnt="9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3" presStyleCnt="9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3" presStyleCnt="9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4" presStyleCnt="9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4" presStyleCnt="9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5" presStyleCnt="9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5" presStyleCnt="9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6" presStyleCnt="9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6" presStyleCnt="9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7" presStyleCnt="9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7" presStyleCnt="9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8" presStyleCnt="9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8" presStyleCnt="9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5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3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6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572F8743-C8A4-4906-89F9-9DABE445D573}" srcId="{EA32992C-3B89-4F58-8143-2E35CBD93690}" destId="{EED77461-566F-466B-BE2F-B83202B60BDE}" srcOrd="0" destOrd="0" parTransId="{1A818CD5-2A74-41ED-9AC8-02B93A87C8F2}" sibTransId="{0B9EA383-C0EA-409A-BC39-776DD1043814}"/>
    <dgm:cxn modelId="{F0FC1152-2280-47CE-81C7-F6C19D015E5A}" srcId="{EA32992C-3B89-4F58-8143-2E35CBD93690}" destId="{D33E9288-9798-451B-95B7-EDD5211DC09D}" srcOrd="7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4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FC7DF6D8-221A-46CE-A325-BD46157269CD}" type="presOf" srcId="{EED77461-566F-466B-BE2F-B83202B60BDE}" destId="{55A19260-B414-47BD-BD54-0B638CCFB07D}" srcOrd="0" destOrd="0" presId="urn:microsoft.com/office/officeart/2008/layout/LinedList"/>
    <dgm:cxn modelId="{BA013FDC-AA8F-4C7F-B34A-A929BCE807D4}" srcId="{EA32992C-3B89-4F58-8143-2E35CBD93690}" destId="{3638903B-218A-48DD-8E9C-9089BEE91D73}" srcOrd="8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2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1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0AAE410F-E1C1-43C8-B987-EEC75F0274B4}" type="presParOf" srcId="{EDBB0601-4783-4BA9-AC24-A426040F3009}" destId="{009B5965-4518-45D9-A33A-F4C1E1ED6315}" srcOrd="0" destOrd="0" presId="urn:microsoft.com/office/officeart/2008/layout/LinedList"/>
    <dgm:cxn modelId="{CFA35857-C5D3-4C6A-865C-92BC28211F88}" type="presParOf" srcId="{EDBB0601-4783-4BA9-AC24-A426040F3009}" destId="{C6B5F29D-A7AD-4034-8AD4-3C05FD54950E}" srcOrd="1" destOrd="0" presId="urn:microsoft.com/office/officeart/2008/layout/LinedList"/>
    <dgm:cxn modelId="{F73172EA-CDA4-4DCF-A1AE-845531F01DAB}" type="presParOf" srcId="{C6B5F29D-A7AD-4034-8AD4-3C05FD54950E}" destId="{55A19260-B414-47BD-BD54-0B638CCFB07D}" srcOrd="0" destOrd="0" presId="urn:microsoft.com/office/officeart/2008/layout/LinedList"/>
    <dgm:cxn modelId="{5A1111EB-4245-444C-9138-B545D9F675C9}" type="presParOf" srcId="{C6B5F29D-A7AD-4034-8AD4-3C05FD54950E}" destId="{C90B3CF7-A6FE-4CEF-84CC-9738CB2A7805}" srcOrd="1" destOrd="0" presId="urn:microsoft.com/office/officeart/2008/layout/LinedList"/>
    <dgm:cxn modelId="{D86381D1-D87D-409F-94E7-F7287B8A828C}" type="presParOf" srcId="{EDBB0601-4783-4BA9-AC24-A426040F3009}" destId="{4AAE10C2-2D0F-479A-A5BF-8F387A2377F6}" srcOrd="2" destOrd="0" presId="urn:microsoft.com/office/officeart/2008/layout/LinedList"/>
    <dgm:cxn modelId="{2B004A63-8C60-471A-9A36-49F9C9146579}" type="presParOf" srcId="{EDBB0601-4783-4BA9-AC24-A426040F3009}" destId="{402C4C2A-DEFF-4325-A122-BE613156AF4E}" srcOrd="3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4" destOrd="0" presId="urn:microsoft.com/office/officeart/2008/layout/LinedList"/>
    <dgm:cxn modelId="{D0246A61-3FD9-4FBA-AEA2-0BE48FBB06CC}" type="presParOf" srcId="{EDBB0601-4783-4BA9-AC24-A426040F3009}" destId="{9F8B26CE-218B-43C8-91FC-ACE2FD256E35}" srcOrd="5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6" destOrd="0" presId="urn:microsoft.com/office/officeart/2008/layout/LinedList"/>
    <dgm:cxn modelId="{83123437-7985-4576-AE94-20CA999596E0}" type="presParOf" srcId="{EDBB0601-4783-4BA9-AC24-A426040F3009}" destId="{C2A9C504-8EBC-420F-A218-BD41101013A1}" srcOrd="7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8" destOrd="0" presId="urn:microsoft.com/office/officeart/2008/layout/LinedList"/>
    <dgm:cxn modelId="{90C4A226-A7FF-4146-9A42-32FCA8E3B008}" type="presParOf" srcId="{EDBB0601-4783-4BA9-AC24-A426040F3009}" destId="{1E40D719-2497-4C38-A413-4DC51467D3B9}" srcOrd="9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10" destOrd="0" presId="urn:microsoft.com/office/officeart/2008/layout/LinedList"/>
    <dgm:cxn modelId="{57FD770B-008B-4A8F-9597-1A6DA49B652F}" type="presParOf" srcId="{EDBB0601-4783-4BA9-AC24-A426040F3009}" destId="{4CCFD64B-BE80-4F96-AE0D-6A081F4DAB31}" srcOrd="11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2" destOrd="0" presId="urn:microsoft.com/office/officeart/2008/layout/LinedList"/>
    <dgm:cxn modelId="{A48951ED-714F-43CA-A518-5E484088F547}" type="presParOf" srcId="{EDBB0601-4783-4BA9-AC24-A426040F3009}" destId="{356799AD-282A-42EA-88FC-BD179D521FA3}" srcOrd="13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4" destOrd="0" presId="urn:microsoft.com/office/officeart/2008/layout/LinedList"/>
    <dgm:cxn modelId="{DDC06589-8767-48C7-AC74-091D39727BF2}" type="presParOf" srcId="{EDBB0601-4783-4BA9-AC24-A426040F3009}" destId="{C36B1EF1-8D81-4DBF-8098-0E9DBF0BBCF5}" srcOrd="15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6" destOrd="0" presId="urn:microsoft.com/office/officeart/2008/layout/LinedList"/>
    <dgm:cxn modelId="{B8E96BFA-3AC7-43C7-9FE1-8BD1912BAEBB}" type="presParOf" srcId="{EDBB0601-4783-4BA9-AC24-A426040F3009}" destId="{05021298-0DB9-4B44-AE36-70719CAEE019}" srcOrd="17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solidFill>
                <a:srgbClr val="FFC000"/>
              </a:solidFill>
              <a:latin typeface="Goudy Old Style"/>
            </a:rPr>
            <a:t>Fine-grained Permission assigning</a:t>
          </a:r>
          <a:endParaRPr lang="en-US">
            <a:latin typeface="Goudy Old Style"/>
          </a:endParaRP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Keyword Searching</a:t>
          </a:r>
          <a:endParaRPr lang="en-US">
            <a:latin typeface="Goudy Old Style"/>
          </a:endParaRP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Bulk User creation</a:t>
          </a:r>
          <a:endParaRPr lang="en-US">
            <a:latin typeface="Goudy Old Style"/>
          </a:endParaRP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API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0000"/>
              </a:solidFill>
              <a:latin typeface="Goudy Old Style"/>
            </a:rPr>
            <a:t>Email Integration</a:t>
          </a:r>
          <a:endParaRPr lang="en-US">
            <a:latin typeface="Goudy Old Style"/>
          </a:endParaRP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Official Documentation</a:t>
          </a:r>
          <a:endParaRPr lang="en-US">
            <a:latin typeface="Goudy Old Style"/>
          </a:endParaRP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Non limiting caps (for users, tickets, etc.)</a:t>
          </a:r>
          <a:endParaRPr lang="en-US">
            <a:latin typeface="Goudy Old Style"/>
          </a:endParaRP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Bulk Ticket resolution</a:t>
          </a:r>
          <a:endParaRPr lang="en-US"/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4AAE10C2-2D0F-479A-A5BF-8F387A2377F6}" type="pres">
      <dgm:prSet presAssocID="{034460D6-4247-4FFC-B01D-BD0EBBB2770F}" presName="thickLine" presStyleLbl="alignNode1" presStyleIdx="0" presStyleCnt="8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0" presStyleCnt="8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1" presStyleCnt="8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1" presStyleCnt="8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2" presStyleCnt="8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2" presStyleCnt="8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3" presStyleCnt="8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3" presStyleCnt="8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4" presStyleCnt="8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4" presStyleCnt="8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5" presStyleCnt="8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5" presStyleCnt="8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6" presStyleCnt="8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6" presStyleCnt="8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7" presStyleCnt="8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7" presStyleCnt="8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4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2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5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F0FC1152-2280-47CE-81C7-F6C19D015E5A}" srcId="{EA32992C-3B89-4F58-8143-2E35CBD93690}" destId="{D33E9288-9798-451B-95B7-EDD5211DC09D}" srcOrd="6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3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BA013FDC-AA8F-4C7F-B34A-A929BCE807D4}" srcId="{EA32992C-3B89-4F58-8143-2E35CBD93690}" destId="{3638903B-218A-48DD-8E9C-9089BEE91D73}" srcOrd="7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1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0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D86381D1-D87D-409F-94E7-F7287B8A828C}" type="presParOf" srcId="{EDBB0601-4783-4BA9-AC24-A426040F3009}" destId="{4AAE10C2-2D0F-479A-A5BF-8F387A2377F6}" srcOrd="0" destOrd="0" presId="urn:microsoft.com/office/officeart/2008/layout/LinedList"/>
    <dgm:cxn modelId="{2B004A63-8C60-471A-9A36-49F9C9146579}" type="presParOf" srcId="{EDBB0601-4783-4BA9-AC24-A426040F3009}" destId="{402C4C2A-DEFF-4325-A122-BE613156AF4E}" srcOrd="1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2" destOrd="0" presId="urn:microsoft.com/office/officeart/2008/layout/LinedList"/>
    <dgm:cxn modelId="{D0246A61-3FD9-4FBA-AEA2-0BE48FBB06CC}" type="presParOf" srcId="{EDBB0601-4783-4BA9-AC24-A426040F3009}" destId="{9F8B26CE-218B-43C8-91FC-ACE2FD256E35}" srcOrd="3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4" destOrd="0" presId="urn:microsoft.com/office/officeart/2008/layout/LinedList"/>
    <dgm:cxn modelId="{83123437-7985-4576-AE94-20CA999596E0}" type="presParOf" srcId="{EDBB0601-4783-4BA9-AC24-A426040F3009}" destId="{C2A9C504-8EBC-420F-A218-BD41101013A1}" srcOrd="5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6" destOrd="0" presId="urn:microsoft.com/office/officeart/2008/layout/LinedList"/>
    <dgm:cxn modelId="{90C4A226-A7FF-4146-9A42-32FCA8E3B008}" type="presParOf" srcId="{EDBB0601-4783-4BA9-AC24-A426040F3009}" destId="{1E40D719-2497-4C38-A413-4DC51467D3B9}" srcOrd="7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8" destOrd="0" presId="urn:microsoft.com/office/officeart/2008/layout/LinedList"/>
    <dgm:cxn modelId="{57FD770B-008B-4A8F-9597-1A6DA49B652F}" type="presParOf" srcId="{EDBB0601-4783-4BA9-AC24-A426040F3009}" destId="{4CCFD64B-BE80-4F96-AE0D-6A081F4DAB31}" srcOrd="9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0" destOrd="0" presId="urn:microsoft.com/office/officeart/2008/layout/LinedList"/>
    <dgm:cxn modelId="{A48951ED-714F-43CA-A518-5E484088F547}" type="presParOf" srcId="{EDBB0601-4783-4BA9-AC24-A426040F3009}" destId="{356799AD-282A-42EA-88FC-BD179D521FA3}" srcOrd="11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2" destOrd="0" presId="urn:microsoft.com/office/officeart/2008/layout/LinedList"/>
    <dgm:cxn modelId="{DDC06589-8767-48C7-AC74-091D39727BF2}" type="presParOf" srcId="{EDBB0601-4783-4BA9-AC24-A426040F3009}" destId="{C36B1EF1-8D81-4DBF-8098-0E9DBF0BBCF5}" srcOrd="13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4" destOrd="0" presId="urn:microsoft.com/office/officeart/2008/layout/LinedList"/>
    <dgm:cxn modelId="{B8E96BFA-3AC7-43C7-9FE1-8BD1912BAEBB}" type="presParOf" srcId="{EDBB0601-4783-4BA9-AC24-A426040F3009}" destId="{05021298-0DB9-4B44-AE36-70719CAEE019}" srcOrd="15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D77461-566F-466B-BE2F-B83202B60BDE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Container Support</a:t>
          </a:r>
        </a:p>
      </dgm:t>
    </dgm:pt>
    <dgm:pt modelId="{1A818CD5-2A74-41ED-9AC8-02B93A87C8F2}" type="parTrans" cxnId="{572F8743-C8A4-4906-89F9-9DABE445D573}">
      <dgm:prSet/>
      <dgm:spPr/>
      <dgm:t>
        <a:bodyPr/>
        <a:lstStyle/>
        <a:p>
          <a:endParaRPr lang="en-US"/>
        </a:p>
      </dgm:t>
    </dgm:pt>
    <dgm:pt modelId="{0B9EA383-C0EA-409A-BC39-776DD1043814}" type="sibTrans" cxnId="{572F8743-C8A4-4906-89F9-9DABE445D573}">
      <dgm:prSet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Free (Open Source)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Self-Hosted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Categorization of Tickets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KBA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Dashboard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Reporting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Prioritization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Security</a:t>
          </a: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009B5965-4518-45D9-A33A-F4C1E1ED6315}" type="pres">
      <dgm:prSet presAssocID="{EED77461-566F-466B-BE2F-B83202B60BDE}" presName="thickLine" presStyleLbl="alignNode1" presStyleIdx="0" presStyleCnt="9"/>
      <dgm:spPr/>
    </dgm:pt>
    <dgm:pt modelId="{C6B5F29D-A7AD-4034-8AD4-3C05FD54950E}" type="pres">
      <dgm:prSet presAssocID="{EED77461-566F-466B-BE2F-B83202B60BDE}" presName="horz1" presStyleCnt="0"/>
      <dgm:spPr/>
    </dgm:pt>
    <dgm:pt modelId="{55A19260-B414-47BD-BD54-0B638CCFB07D}" type="pres">
      <dgm:prSet presAssocID="{EED77461-566F-466B-BE2F-B83202B60BDE}" presName="tx1" presStyleLbl="revTx" presStyleIdx="0" presStyleCnt="9"/>
      <dgm:spPr/>
    </dgm:pt>
    <dgm:pt modelId="{C90B3CF7-A6FE-4CEF-84CC-9738CB2A7805}" type="pres">
      <dgm:prSet presAssocID="{EED77461-566F-466B-BE2F-B83202B60BDE}" presName="vert1" presStyleCnt="0"/>
      <dgm:spPr/>
    </dgm:pt>
    <dgm:pt modelId="{4AAE10C2-2D0F-479A-A5BF-8F387A2377F6}" type="pres">
      <dgm:prSet presAssocID="{034460D6-4247-4FFC-B01D-BD0EBBB2770F}" presName="thickLine" presStyleLbl="alignNode1" presStyleIdx="1" presStyleCnt="9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1" presStyleCnt="9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2" presStyleCnt="9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2" presStyleCnt="9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3" presStyleCnt="9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3" presStyleCnt="9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4" presStyleCnt="9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4" presStyleCnt="9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5" presStyleCnt="9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5" presStyleCnt="9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6" presStyleCnt="9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6" presStyleCnt="9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7" presStyleCnt="9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7" presStyleCnt="9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8" presStyleCnt="9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8" presStyleCnt="9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5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3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6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572F8743-C8A4-4906-89F9-9DABE445D573}" srcId="{EA32992C-3B89-4F58-8143-2E35CBD93690}" destId="{EED77461-566F-466B-BE2F-B83202B60BDE}" srcOrd="0" destOrd="0" parTransId="{1A818CD5-2A74-41ED-9AC8-02B93A87C8F2}" sibTransId="{0B9EA383-C0EA-409A-BC39-776DD1043814}"/>
    <dgm:cxn modelId="{F0FC1152-2280-47CE-81C7-F6C19D015E5A}" srcId="{EA32992C-3B89-4F58-8143-2E35CBD93690}" destId="{D33E9288-9798-451B-95B7-EDD5211DC09D}" srcOrd="7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4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FC7DF6D8-221A-46CE-A325-BD46157269CD}" type="presOf" srcId="{EED77461-566F-466B-BE2F-B83202B60BDE}" destId="{55A19260-B414-47BD-BD54-0B638CCFB07D}" srcOrd="0" destOrd="0" presId="urn:microsoft.com/office/officeart/2008/layout/LinedList"/>
    <dgm:cxn modelId="{BA013FDC-AA8F-4C7F-B34A-A929BCE807D4}" srcId="{EA32992C-3B89-4F58-8143-2E35CBD93690}" destId="{3638903B-218A-48DD-8E9C-9089BEE91D73}" srcOrd="8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2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1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0AAE410F-E1C1-43C8-B987-EEC75F0274B4}" type="presParOf" srcId="{EDBB0601-4783-4BA9-AC24-A426040F3009}" destId="{009B5965-4518-45D9-A33A-F4C1E1ED6315}" srcOrd="0" destOrd="0" presId="urn:microsoft.com/office/officeart/2008/layout/LinedList"/>
    <dgm:cxn modelId="{CFA35857-C5D3-4C6A-865C-92BC28211F88}" type="presParOf" srcId="{EDBB0601-4783-4BA9-AC24-A426040F3009}" destId="{C6B5F29D-A7AD-4034-8AD4-3C05FD54950E}" srcOrd="1" destOrd="0" presId="urn:microsoft.com/office/officeart/2008/layout/LinedList"/>
    <dgm:cxn modelId="{F73172EA-CDA4-4DCF-A1AE-845531F01DAB}" type="presParOf" srcId="{C6B5F29D-A7AD-4034-8AD4-3C05FD54950E}" destId="{55A19260-B414-47BD-BD54-0B638CCFB07D}" srcOrd="0" destOrd="0" presId="urn:microsoft.com/office/officeart/2008/layout/LinedList"/>
    <dgm:cxn modelId="{5A1111EB-4245-444C-9138-B545D9F675C9}" type="presParOf" srcId="{C6B5F29D-A7AD-4034-8AD4-3C05FD54950E}" destId="{C90B3CF7-A6FE-4CEF-84CC-9738CB2A7805}" srcOrd="1" destOrd="0" presId="urn:microsoft.com/office/officeart/2008/layout/LinedList"/>
    <dgm:cxn modelId="{D86381D1-D87D-409F-94E7-F7287B8A828C}" type="presParOf" srcId="{EDBB0601-4783-4BA9-AC24-A426040F3009}" destId="{4AAE10C2-2D0F-479A-A5BF-8F387A2377F6}" srcOrd="2" destOrd="0" presId="urn:microsoft.com/office/officeart/2008/layout/LinedList"/>
    <dgm:cxn modelId="{2B004A63-8C60-471A-9A36-49F9C9146579}" type="presParOf" srcId="{EDBB0601-4783-4BA9-AC24-A426040F3009}" destId="{402C4C2A-DEFF-4325-A122-BE613156AF4E}" srcOrd="3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4" destOrd="0" presId="urn:microsoft.com/office/officeart/2008/layout/LinedList"/>
    <dgm:cxn modelId="{D0246A61-3FD9-4FBA-AEA2-0BE48FBB06CC}" type="presParOf" srcId="{EDBB0601-4783-4BA9-AC24-A426040F3009}" destId="{9F8B26CE-218B-43C8-91FC-ACE2FD256E35}" srcOrd="5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6" destOrd="0" presId="urn:microsoft.com/office/officeart/2008/layout/LinedList"/>
    <dgm:cxn modelId="{83123437-7985-4576-AE94-20CA999596E0}" type="presParOf" srcId="{EDBB0601-4783-4BA9-AC24-A426040F3009}" destId="{C2A9C504-8EBC-420F-A218-BD41101013A1}" srcOrd="7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8" destOrd="0" presId="urn:microsoft.com/office/officeart/2008/layout/LinedList"/>
    <dgm:cxn modelId="{90C4A226-A7FF-4146-9A42-32FCA8E3B008}" type="presParOf" srcId="{EDBB0601-4783-4BA9-AC24-A426040F3009}" destId="{1E40D719-2497-4C38-A413-4DC51467D3B9}" srcOrd="9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10" destOrd="0" presId="urn:microsoft.com/office/officeart/2008/layout/LinedList"/>
    <dgm:cxn modelId="{57FD770B-008B-4A8F-9597-1A6DA49B652F}" type="presParOf" srcId="{EDBB0601-4783-4BA9-AC24-A426040F3009}" destId="{4CCFD64B-BE80-4F96-AE0D-6A081F4DAB31}" srcOrd="11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2" destOrd="0" presId="urn:microsoft.com/office/officeart/2008/layout/LinedList"/>
    <dgm:cxn modelId="{A48951ED-714F-43CA-A518-5E484088F547}" type="presParOf" srcId="{EDBB0601-4783-4BA9-AC24-A426040F3009}" destId="{356799AD-282A-42EA-88FC-BD179D521FA3}" srcOrd="13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4" destOrd="0" presId="urn:microsoft.com/office/officeart/2008/layout/LinedList"/>
    <dgm:cxn modelId="{DDC06589-8767-48C7-AC74-091D39727BF2}" type="presParOf" srcId="{EDBB0601-4783-4BA9-AC24-A426040F3009}" destId="{C36B1EF1-8D81-4DBF-8098-0E9DBF0BBCF5}" srcOrd="15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6" destOrd="0" presId="urn:microsoft.com/office/officeart/2008/layout/LinedList"/>
    <dgm:cxn modelId="{B8E96BFA-3AC7-43C7-9FE1-8BD1912BAEBB}" type="presParOf" srcId="{EDBB0601-4783-4BA9-AC24-A426040F3009}" destId="{05021298-0DB9-4B44-AE36-70719CAEE019}" srcOrd="17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Fine-grained Permission assigning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Keyword Searching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Bulk User creation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API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Email Integration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Official Documentation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Non limiting caps (for users, tickets, etc.)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Bulk Ticket resolution</a:t>
          </a:r>
          <a:endParaRPr lang="en-US">
            <a:solidFill>
              <a:srgbClr val="00B050"/>
            </a:solidFill>
          </a:endParaRP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4AAE10C2-2D0F-479A-A5BF-8F387A2377F6}" type="pres">
      <dgm:prSet presAssocID="{034460D6-4247-4FFC-B01D-BD0EBBB2770F}" presName="thickLine" presStyleLbl="alignNode1" presStyleIdx="0" presStyleCnt="8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0" presStyleCnt="8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1" presStyleCnt="8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1" presStyleCnt="8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2" presStyleCnt="8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2" presStyleCnt="8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3" presStyleCnt="8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3" presStyleCnt="8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4" presStyleCnt="8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4" presStyleCnt="8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5" presStyleCnt="8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5" presStyleCnt="8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6" presStyleCnt="8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6" presStyleCnt="8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7" presStyleCnt="8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7" presStyleCnt="8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4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2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5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F0FC1152-2280-47CE-81C7-F6C19D015E5A}" srcId="{EA32992C-3B89-4F58-8143-2E35CBD93690}" destId="{D33E9288-9798-451B-95B7-EDD5211DC09D}" srcOrd="6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3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BA013FDC-AA8F-4C7F-B34A-A929BCE807D4}" srcId="{EA32992C-3B89-4F58-8143-2E35CBD93690}" destId="{3638903B-218A-48DD-8E9C-9089BEE91D73}" srcOrd="7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1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0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D86381D1-D87D-409F-94E7-F7287B8A828C}" type="presParOf" srcId="{EDBB0601-4783-4BA9-AC24-A426040F3009}" destId="{4AAE10C2-2D0F-479A-A5BF-8F387A2377F6}" srcOrd="0" destOrd="0" presId="urn:microsoft.com/office/officeart/2008/layout/LinedList"/>
    <dgm:cxn modelId="{2B004A63-8C60-471A-9A36-49F9C9146579}" type="presParOf" srcId="{EDBB0601-4783-4BA9-AC24-A426040F3009}" destId="{402C4C2A-DEFF-4325-A122-BE613156AF4E}" srcOrd="1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2" destOrd="0" presId="urn:microsoft.com/office/officeart/2008/layout/LinedList"/>
    <dgm:cxn modelId="{D0246A61-3FD9-4FBA-AEA2-0BE48FBB06CC}" type="presParOf" srcId="{EDBB0601-4783-4BA9-AC24-A426040F3009}" destId="{9F8B26CE-218B-43C8-91FC-ACE2FD256E35}" srcOrd="3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4" destOrd="0" presId="urn:microsoft.com/office/officeart/2008/layout/LinedList"/>
    <dgm:cxn modelId="{83123437-7985-4576-AE94-20CA999596E0}" type="presParOf" srcId="{EDBB0601-4783-4BA9-AC24-A426040F3009}" destId="{C2A9C504-8EBC-420F-A218-BD41101013A1}" srcOrd="5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6" destOrd="0" presId="urn:microsoft.com/office/officeart/2008/layout/LinedList"/>
    <dgm:cxn modelId="{90C4A226-A7FF-4146-9A42-32FCA8E3B008}" type="presParOf" srcId="{EDBB0601-4783-4BA9-AC24-A426040F3009}" destId="{1E40D719-2497-4C38-A413-4DC51467D3B9}" srcOrd="7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8" destOrd="0" presId="urn:microsoft.com/office/officeart/2008/layout/LinedList"/>
    <dgm:cxn modelId="{57FD770B-008B-4A8F-9597-1A6DA49B652F}" type="presParOf" srcId="{EDBB0601-4783-4BA9-AC24-A426040F3009}" destId="{4CCFD64B-BE80-4F96-AE0D-6A081F4DAB31}" srcOrd="9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0" destOrd="0" presId="urn:microsoft.com/office/officeart/2008/layout/LinedList"/>
    <dgm:cxn modelId="{A48951ED-714F-43CA-A518-5E484088F547}" type="presParOf" srcId="{EDBB0601-4783-4BA9-AC24-A426040F3009}" destId="{356799AD-282A-42EA-88FC-BD179D521FA3}" srcOrd="11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2" destOrd="0" presId="urn:microsoft.com/office/officeart/2008/layout/LinedList"/>
    <dgm:cxn modelId="{DDC06589-8767-48C7-AC74-091D39727BF2}" type="presParOf" srcId="{EDBB0601-4783-4BA9-AC24-A426040F3009}" destId="{C36B1EF1-8D81-4DBF-8098-0E9DBF0BBCF5}" srcOrd="13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4" destOrd="0" presId="urn:microsoft.com/office/officeart/2008/layout/LinedList"/>
    <dgm:cxn modelId="{B8E96BFA-3AC7-43C7-9FE1-8BD1912BAEBB}" type="presParOf" srcId="{EDBB0601-4783-4BA9-AC24-A426040F3009}" destId="{05021298-0DB9-4B44-AE36-70719CAEE019}" srcOrd="15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D77461-566F-466B-BE2F-B83202B60BDE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Container Support</a:t>
          </a:r>
        </a:p>
      </dgm:t>
    </dgm:pt>
    <dgm:pt modelId="{1A818CD5-2A74-41ED-9AC8-02B93A87C8F2}" type="parTrans" cxnId="{572F8743-C8A4-4906-89F9-9DABE445D573}">
      <dgm:prSet/>
      <dgm:spPr/>
      <dgm:t>
        <a:bodyPr/>
        <a:lstStyle/>
        <a:p>
          <a:endParaRPr lang="en-US"/>
        </a:p>
      </dgm:t>
    </dgm:pt>
    <dgm:pt modelId="{0B9EA383-C0EA-409A-BC39-776DD1043814}" type="sibTrans" cxnId="{572F8743-C8A4-4906-89F9-9DABE445D573}">
      <dgm:prSet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Free (Open Source)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Self-Hosted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Categorization of Tickets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KBA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Dashboard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Reporting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Prioritization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/>
      <dgm:spPr/>
      <dgm:t>
        <a:bodyPr/>
        <a:lstStyle/>
        <a:p>
          <a:r>
            <a:rPr lang="en-US">
              <a:solidFill>
                <a:srgbClr val="00B050"/>
              </a:solidFill>
            </a:rPr>
            <a:t>Security</a:t>
          </a: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009B5965-4518-45D9-A33A-F4C1E1ED6315}" type="pres">
      <dgm:prSet presAssocID="{EED77461-566F-466B-BE2F-B83202B60BDE}" presName="thickLine" presStyleLbl="alignNode1" presStyleIdx="0" presStyleCnt="9"/>
      <dgm:spPr/>
    </dgm:pt>
    <dgm:pt modelId="{C6B5F29D-A7AD-4034-8AD4-3C05FD54950E}" type="pres">
      <dgm:prSet presAssocID="{EED77461-566F-466B-BE2F-B83202B60BDE}" presName="horz1" presStyleCnt="0"/>
      <dgm:spPr/>
    </dgm:pt>
    <dgm:pt modelId="{55A19260-B414-47BD-BD54-0B638CCFB07D}" type="pres">
      <dgm:prSet presAssocID="{EED77461-566F-466B-BE2F-B83202B60BDE}" presName="tx1" presStyleLbl="revTx" presStyleIdx="0" presStyleCnt="9"/>
      <dgm:spPr/>
    </dgm:pt>
    <dgm:pt modelId="{C90B3CF7-A6FE-4CEF-84CC-9738CB2A7805}" type="pres">
      <dgm:prSet presAssocID="{EED77461-566F-466B-BE2F-B83202B60BDE}" presName="vert1" presStyleCnt="0"/>
      <dgm:spPr/>
    </dgm:pt>
    <dgm:pt modelId="{4AAE10C2-2D0F-479A-A5BF-8F387A2377F6}" type="pres">
      <dgm:prSet presAssocID="{034460D6-4247-4FFC-B01D-BD0EBBB2770F}" presName="thickLine" presStyleLbl="alignNode1" presStyleIdx="1" presStyleCnt="9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1" presStyleCnt="9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2" presStyleCnt="9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2" presStyleCnt="9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3" presStyleCnt="9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3" presStyleCnt="9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4" presStyleCnt="9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4" presStyleCnt="9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5" presStyleCnt="9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5" presStyleCnt="9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6" presStyleCnt="9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6" presStyleCnt="9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7" presStyleCnt="9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7" presStyleCnt="9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8" presStyleCnt="9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8" presStyleCnt="9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5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3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6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572F8743-C8A4-4906-89F9-9DABE445D573}" srcId="{EA32992C-3B89-4F58-8143-2E35CBD93690}" destId="{EED77461-566F-466B-BE2F-B83202B60BDE}" srcOrd="0" destOrd="0" parTransId="{1A818CD5-2A74-41ED-9AC8-02B93A87C8F2}" sibTransId="{0B9EA383-C0EA-409A-BC39-776DD1043814}"/>
    <dgm:cxn modelId="{F0FC1152-2280-47CE-81C7-F6C19D015E5A}" srcId="{EA32992C-3B89-4F58-8143-2E35CBD93690}" destId="{D33E9288-9798-451B-95B7-EDD5211DC09D}" srcOrd="7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4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FC7DF6D8-221A-46CE-A325-BD46157269CD}" type="presOf" srcId="{EED77461-566F-466B-BE2F-B83202B60BDE}" destId="{55A19260-B414-47BD-BD54-0B638CCFB07D}" srcOrd="0" destOrd="0" presId="urn:microsoft.com/office/officeart/2008/layout/LinedList"/>
    <dgm:cxn modelId="{BA013FDC-AA8F-4C7F-B34A-A929BCE807D4}" srcId="{EA32992C-3B89-4F58-8143-2E35CBD93690}" destId="{3638903B-218A-48DD-8E9C-9089BEE91D73}" srcOrd="8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2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1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0AAE410F-E1C1-43C8-B987-EEC75F0274B4}" type="presParOf" srcId="{EDBB0601-4783-4BA9-AC24-A426040F3009}" destId="{009B5965-4518-45D9-A33A-F4C1E1ED6315}" srcOrd="0" destOrd="0" presId="urn:microsoft.com/office/officeart/2008/layout/LinedList"/>
    <dgm:cxn modelId="{CFA35857-C5D3-4C6A-865C-92BC28211F88}" type="presParOf" srcId="{EDBB0601-4783-4BA9-AC24-A426040F3009}" destId="{C6B5F29D-A7AD-4034-8AD4-3C05FD54950E}" srcOrd="1" destOrd="0" presId="urn:microsoft.com/office/officeart/2008/layout/LinedList"/>
    <dgm:cxn modelId="{F73172EA-CDA4-4DCF-A1AE-845531F01DAB}" type="presParOf" srcId="{C6B5F29D-A7AD-4034-8AD4-3C05FD54950E}" destId="{55A19260-B414-47BD-BD54-0B638CCFB07D}" srcOrd="0" destOrd="0" presId="urn:microsoft.com/office/officeart/2008/layout/LinedList"/>
    <dgm:cxn modelId="{5A1111EB-4245-444C-9138-B545D9F675C9}" type="presParOf" srcId="{C6B5F29D-A7AD-4034-8AD4-3C05FD54950E}" destId="{C90B3CF7-A6FE-4CEF-84CC-9738CB2A7805}" srcOrd="1" destOrd="0" presId="urn:microsoft.com/office/officeart/2008/layout/LinedList"/>
    <dgm:cxn modelId="{D86381D1-D87D-409F-94E7-F7287B8A828C}" type="presParOf" srcId="{EDBB0601-4783-4BA9-AC24-A426040F3009}" destId="{4AAE10C2-2D0F-479A-A5BF-8F387A2377F6}" srcOrd="2" destOrd="0" presId="urn:microsoft.com/office/officeart/2008/layout/LinedList"/>
    <dgm:cxn modelId="{2B004A63-8C60-471A-9A36-49F9C9146579}" type="presParOf" srcId="{EDBB0601-4783-4BA9-AC24-A426040F3009}" destId="{402C4C2A-DEFF-4325-A122-BE613156AF4E}" srcOrd="3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4" destOrd="0" presId="urn:microsoft.com/office/officeart/2008/layout/LinedList"/>
    <dgm:cxn modelId="{D0246A61-3FD9-4FBA-AEA2-0BE48FBB06CC}" type="presParOf" srcId="{EDBB0601-4783-4BA9-AC24-A426040F3009}" destId="{9F8B26CE-218B-43C8-91FC-ACE2FD256E35}" srcOrd="5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6" destOrd="0" presId="urn:microsoft.com/office/officeart/2008/layout/LinedList"/>
    <dgm:cxn modelId="{83123437-7985-4576-AE94-20CA999596E0}" type="presParOf" srcId="{EDBB0601-4783-4BA9-AC24-A426040F3009}" destId="{C2A9C504-8EBC-420F-A218-BD41101013A1}" srcOrd="7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8" destOrd="0" presId="urn:microsoft.com/office/officeart/2008/layout/LinedList"/>
    <dgm:cxn modelId="{90C4A226-A7FF-4146-9A42-32FCA8E3B008}" type="presParOf" srcId="{EDBB0601-4783-4BA9-AC24-A426040F3009}" destId="{1E40D719-2497-4C38-A413-4DC51467D3B9}" srcOrd="9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10" destOrd="0" presId="urn:microsoft.com/office/officeart/2008/layout/LinedList"/>
    <dgm:cxn modelId="{57FD770B-008B-4A8F-9597-1A6DA49B652F}" type="presParOf" srcId="{EDBB0601-4783-4BA9-AC24-A426040F3009}" destId="{4CCFD64B-BE80-4F96-AE0D-6A081F4DAB31}" srcOrd="11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2" destOrd="0" presId="urn:microsoft.com/office/officeart/2008/layout/LinedList"/>
    <dgm:cxn modelId="{A48951ED-714F-43CA-A518-5E484088F547}" type="presParOf" srcId="{EDBB0601-4783-4BA9-AC24-A426040F3009}" destId="{356799AD-282A-42EA-88FC-BD179D521FA3}" srcOrd="13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4" destOrd="0" presId="urn:microsoft.com/office/officeart/2008/layout/LinedList"/>
    <dgm:cxn modelId="{DDC06589-8767-48C7-AC74-091D39727BF2}" type="presParOf" srcId="{EDBB0601-4783-4BA9-AC24-A426040F3009}" destId="{C36B1EF1-8D81-4DBF-8098-0E9DBF0BBCF5}" srcOrd="15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6" destOrd="0" presId="urn:microsoft.com/office/officeart/2008/layout/LinedList"/>
    <dgm:cxn modelId="{B8E96BFA-3AC7-43C7-9FE1-8BD1912BAEBB}" type="presParOf" srcId="{EDBB0601-4783-4BA9-AC24-A426040F3009}" destId="{05021298-0DB9-4B44-AE36-70719CAEE019}" srcOrd="17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A32992C-3B89-4F58-8143-2E35CBD936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4460D6-4247-4FFC-B01D-BD0EBBB2770F}">
      <dgm:prSet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Fine-grained Permission assigning</a:t>
          </a:r>
        </a:p>
      </dgm:t>
    </dgm:pt>
    <dgm:pt modelId="{CECBC80F-172B-4575-9E92-96824512F2ED}" type="parTrans" cxnId="{56BC5AE8-29E8-48D3-BE93-34BD9321C0FF}">
      <dgm:prSet/>
      <dgm:spPr/>
      <dgm:t>
        <a:bodyPr/>
        <a:lstStyle/>
        <a:p>
          <a:endParaRPr lang="en-US"/>
        </a:p>
      </dgm:t>
    </dgm:pt>
    <dgm:pt modelId="{A4DA5A41-0A75-4854-8E28-CB511E29A790}" type="sibTrans" cxnId="{56BC5AE8-29E8-48D3-BE93-34BD9321C0FF}">
      <dgm:prSet/>
      <dgm:spPr/>
      <dgm:t>
        <a:bodyPr/>
        <a:lstStyle/>
        <a:p>
          <a:endParaRPr lang="en-US"/>
        </a:p>
      </dgm:t>
    </dgm:pt>
    <dgm:pt modelId="{BF8B4E38-65E7-4BA8-B41B-E38159100083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Keyword Searching</a:t>
          </a:r>
        </a:p>
      </dgm:t>
    </dgm:pt>
    <dgm:pt modelId="{719FC743-B27A-4ED9-9052-4795BF17BC6A}" type="parTrans" cxnId="{00A638E6-023D-4E66-95D7-5B958DE1202E}">
      <dgm:prSet/>
      <dgm:spPr/>
      <dgm:t>
        <a:bodyPr/>
        <a:lstStyle/>
        <a:p>
          <a:endParaRPr lang="en-US"/>
        </a:p>
      </dgm:t>
    </dgm:pt>
    <dgm:pt modelId="{3AF03F3A-2A39-4CC5-AA66-C54F5D956BC0}" type="sibTrans" cxnId="{00A638E6-023D-4E66-95D7-5B958DE1202E}">
      <dgm:prSet/>
      <dgm:spPr/>
      <dgm:t>
        <a:bodyPr/>
        <a:lstStyle/>
        <a:p>
          <a:endParaRPr lang="en-US"/>
        </a:p>
      </dgm:t>
    </dgm:pt>
    <dgm:pt modelId="{991270EC-729A-42D2-AA08-526FD013960F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0000"/>
              </a:solidFill>
              <a:latin typeface="Goudy Old Style"/>
            </a:rPr>
            <a:t>Bulk User creation</a:t>
          </a:r>
        </a:p>
      </dgm:t>
    </dgm:pt>
    <dgm:pt modelId="{A5DDFAD3-7633-4975-8049-256054DBCE5D}" type="parTrans" cxnId="{AB360E2B-5119-450C-A15B-F5F35839517D}">
      <dgm:prSet/>
      <dgm:spPr/>
      <dgm:t>
        <a:bodyPr/>
        <a:lstStyle/>
        <a:p>
          <a:endParaRPr lang="en-US"/>
        </a:p>
      </dgm:t>
    </dgm:pt>
    <dgm:pt modelId="{3C3EDBA6-83ED-423B-9CD5-16D217665251}" type="sibTrans" cxnId="{AB360E2B-5119-450C-A15B-F5F35839517D}">
      <dgm:prSet/>
      <dgm:spPr/>
      <dgm:t>
        <a:bodyPr/>
        <a:lstStyle/>
        <a:p>
          <a:endParaRPr lang="en-US"/>
        </a:p>
      </dgm:t>
    </dgm:pt>
    <dgm:pt modelId="{AEA16751-ACE6-4EC2-8693-5B8EFA789B67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C000"/>
              </a:solidFill>
              <a:latin typeface="Goudy Old Style"/>
            </a:rPr>
            <a:t>API Support</a:t>
          </a:r>
        </a:p>
      </dgm:t>
    </dgm:pt>
    <dgm:pt modelId="{0A035CBA-5F6A-4D65-957D-077E0B361FB8}" type="parTrans" cxnId="{6AB58056-53D7-468F-B369-BF1B5063B3F0}">
      <dgm:prSet/>
      <dgm:spPr/>
      <dgm:t>
        <a:bodyPr/>
        <a:lstStyle/>
        <a:p>
          <a:endParaRPr lang="en-US"/>
        </a:p>
      </dgm:t>
    </dgm:pt>
    <dgm:pt modelId="{D1CF4201-0252-4C54-8616-6CD847404294}" type="sibTrans" cxnId="{6AB58056-53D7-468F-B369-BF1B5063B3F0}">
      <dgm:prSet/>
      <dgm:spPr/>
      <dgm:t>
        <a:bodyPr/>
        <a:lstStyle/>
        <a:p>
          <a:endParaRPr lang="en-US"/>
        </a:p>
      </dgm:t>
    </dgm:pt>
    <dgm:pt modelId="{18E537F6-B5CF-454E-9BC7-EB4A69A7BF40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C000"/>
              </a:solidFill>
              <a:latin typeface="Goudy Old Style"/>
            </a:rPr>
            <a:t>Email Integration</a:t>
          </a:r>
        </a:p>
      </dgm:t>
    </dgm:pt>
    <dgm:pt modelId="{10F765F8-93B8-4519-9328-78469FCB5D42}" type="parTrans" cxnId="{B369DB21-E10A-41A0-8202-A30F5ADA6C3F}">
      <dgm:prSet/>
      <dgm:spPr/>
      <dgm:t>
        <a:bodyPr/>
        <a:lstStyle/>
        <a:p>
          <a:endParaRPr lang="en-US"/>
        </a:p>
      </dgm:t>
    </dgm:pt>
    <dgm:pt modelId="{B7231AA9-13B9-49E0-9A14-A7C59718DE9E}" type="sibTrans" cxnId="{B369DB21-E10A-41A0-8202-A30F5ADA6C3F}">
      <dgm:prSet/>
      <dgm:spPr/>
      <dgm:t>
        <a:bodyPr/>
        <a:lstStyle/>
        <a:p>
          <a:endParaRPr lang="en-US"/>
        </a:p>
      </dgm:t>
    </dgm:pt>
    <dgm:pt modelId="{2B398A1F-B378-4F2C-AC9C-C388AB53EBAC}">
      <dgm:prSet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FFC000"/>
              </a:solidFill>
              <a:latin typeface="Goudy Old Style"/>
            </a:rPr>
            <a:t>Official Documentation</a:t>
          </a:r>
        </a:p>
      </dgm:t>
    </dgm:pt>
    <dgm:pt modelId="{DCBC847F-A1CC-4E99-B7DD-4438FB39ADB3}" type="parTrans" cxnId="{DBD58C2F-649A-4FD7-B72E-FD336D71F66A}">
      <dgm:prSet/>
      <dgm:spPr/>
      <dgm:t>
        <a:bodyPr/>
        <a:lstStyle/>
        <a:p>
          <a:endParaRPr lang="en-US"/>
        </a:p>
      </dgm:t>
    </dgm:pt>
    <dgm:pt modelId="{6AF22074-8840-44A5-A165-6DFA2444BB8B}" type="sibTrans" cxnId="{DBD58C2F-649A-4FD7-B72E-FD336D71F66A}">
      <dgm:prSet/>
      <dgm:spPr/>
      <dgm:t>
        <a:bodyPr/>
        <a:lstStyle/>
        <a:p>
          <a:endParaRPr lang="en-US"/>
        </a:p>
      </dgm:t>
    </dgm:pt>
    <dgm:pt modelId="{D33E9288-9798-451B-95B7-EDD5211DC09D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Non limiting caps (for users, tickets, etc.)</a:t>
          </a:r>
        </a:p>
      </dgm:t>
    </dgm:pt>
    <dgm:pt modelId="{BD085B09-C756-4552-AB1C-C6808A8F7452}" type="parTrans" cxnId="{F0FC1152-2280-47CE-81C7-F6C19D015E5A}">
      <dgm:prSet/>
      <dgm:spPr/>
      <dgm:t>
        <a:bodyPr/>
        <a:lstStyle/>
        <a:p>
          <a:endParaRPr lang="en-US"/>
        </a:p>
      </dgm:t>
    </dgm:pt>
    <dgm:pt modelId="{5E29E212-1ECF-45C1-A941-5A3ADE7C69D8}" type="sibTrans" cxnId="{F0FC1152-2280-47CE-81C7-F6C19D015E5A}">
      <dgm:prSet/>
      <dgm:spPr/>
      <dgm:t>
        <a:bodyPr/>
        <a:lstStyle/>
        <a:p>
          <a:endParaRPr lang="en-US"/>
        </a:p>
      </dgm:t>
    </dgm:pt>
    <dgm:pt modelId="{3638903B-218A-48DD-8E9C-9089BEE91D73}">
      <dgm:prSet phldr="0"/>
      <dgm:spPr/>
      <dgm:t>
        <a:bodyPr/>
        <a:lstStyle/>
        <a:p>
          <a:pPr algn="l">
            <a:lnSpc>
              <a:spcPct val="110000"/>
            </a:lnSpc>
          </a:pPr>
          <a:r>
            <a:rPr lang="en-US">
              <a:solidFill>
                <a:srgbClr val="00B050"/>
              </a:solidFill>
              <a:latin typeface="Goudy Old Style"/>
            </a:rPr>
            <a:t>Bulk Ticket resolution</a:t>
          </a:r>
          <a:endParaRPr lang="en-US">
            <a:solidFill>
              <a:srgbClr val="00B050"/>
            </a:solidFill>
          </a:endParaRPr>
        </a:p>
      </dgm:t>
    </dgm:pt>
    <dgm:pt modelId="{E5E68BD1-B4A5-4301-B7DD-6EE2ECB98DC1}" type="parTrans" cxnId="{BA013FDC-AA8F-4C7F-B34A-A929BCE807D4}">
      <dgm:prSet/>
      <dgm:spPr/>
      <dgm:t>
        <a:bodyPr/>
        <a:lstStyle/>
        <a:p>
          <a:endParaRPr lang="en-US"/>
        </a:p>
      </dgm:t>
    </dgm:pt>
    <dgm:pt modelId="{BFE8BB46-F6D1-4904-B525-A74CA7EAD1A6}" type="sibTrans" cxnId="{BA013FDC-AA8F-4C7F-B34A-A929BCE807D4}">
      <dgm:prSet/>
      <dgm:spPr/>
      <dgm:t>
        <a:bodyPr/>
        <a:lstStyle/>
        <a:p>
          <a:endParaRPr lang="en-US"/>
        </a:p>
      </dgm:t>
    </dgm:pt>
    <dgm:pt modelId="{EDBB0601-4783-4BA9-AC24-A426040F3009}" type="pres">
      <dgm:prSet presAssocID="{EA32992C-3B89-4F58-8143-2E35CBD93690}" presName="vert0" presStyleCnt="0">
        <dgm:presLayoutVars>
          <dgm:dir/>
          <dgm:animOne val="branch"/>
          <dgm:animLvl val="lvl"/>
        </dgm:presLayoutVars>
      </dgm:prSet>
      <dgm:spPr/>
    </dgm:pt>
    <dgm:pt modelId="{4AAE10C2-2D0F-479A-A5BF-8F387A2377F6}" type="pres">
      <dgm:prSet presAssocID="{034460D6-4247-4FFC-B01D-BD0EBBB2770F}" presName="thickLine" presStyleLbl="alignNode1" presStyleIdx="0" presStyleCnt="8"/>
      <dgm:spPr/>
    </dgm:pt>
    <dgm:pt modelId="{402C4C2A-DEFF-4325-A122-BE613156AF4E}" type="pres">
      <dgm:prSet presAssocID="{034460D6-4247-4FFC-B01D-BD0EBBB2770F}" presName="horz1" presStyleCnt="0"/>
      <dgm:spPr/>
    </dgm:pt>
    <dgm:pt modelId="{250D25C3-65B0-4A16-9068-7FAC1E6BB35D}" type="pres">
      <dgm:prSet presAssocID="{034460D6-4247-4FFC-B01D-BD0EBBB2770F}" presName="tx1" presStyleLbl="revTx" presStyleIdx="0" presStyleCnt="8"/>
      <dgm:spPr/>
    </dgm:pt>
    <dgm:pt modelId="{3F91DA50-DAA6-48F4-9559-DE6635D3D7E8}" type="pres">
      <dgm:prSet presAssocID="{034460D6-4247-4FFC-B01D-BD0EBBB2770F}" presName="vert1" presStyleCnt="0"/>
      <dgm:spPr/>
    </dgm:pt>
    <dgm:pt modelId="{B64291B7-5C11-470C-B065-BC87FEC80261}" type="pres">
      <dgm:prSet presAssocID="{BF8B4E38-65E7-4BA8-B41B-E38159100083}" presName="thickLine" presStyleLbl="alignNode1" presStyleIdx="1" presStyleCnt="8"/>
      <dgm:spPr/>
    </dgm:pt>
    <dgm:pt modelId="{9F8B26CE-218B-43C8-91FC-ACE2FD256E35}" type="pres">
      <dgm:prSet presAssocID="{BF8B4E38-65E7-4BA8-B41B-E38159100083}" presName="horz1" presStyleCnt="0"/>
      <dgm:spPr/>
    </dgm:pt>
    <dgm:pt modelId="{434D2D22-BAC9-4224-85A1-50634BD8145A}" type="pres">
      <dgm:prSet presAssocID="{BF8B4E38-65E7-4BA8-B41B-E38159100083}" presName="tx1" presStyleLbl="revTx" presStyleIdx="1" presStyleCnt="8"/>
      <dgm:spPr/>
    </dgm:pt>
    <dgm:pt modelId="{C7A86BDA-9190-4B63-BDFC-BDD06883310A}" type="pres">
      <dgm:prSet presAssocID="{BF8B4E38-65E7-4BA8-B41B-E38159100083}" presName="vert1" presStyleCnt="0"/>
      <dgm:spPr/>
    </dgm:pt>
    <dgm:pt modelId="{5CB8FB3E-77E8-4A9B-AACA-97ED063B542C}" type="pres">
      <dgm:prSet presAssocID="{991270EC-729A-42D2-AA08-526FD013960F}" presName="thickLine" presStyleLbl="alignNode1" presStyleIdx="2" presStyleCnt="8"/>
      <dgm:spPr/>
    </dgm:pt>
    <dgm:pt modelId="{C2A9C504-8EBC-420F-A218-BD41101013A1}" type="pres">
      <dgm:prSet presAssocID="{991270EC-729A-42D2-AA08-526FD013960F}" presName="horz1" presStyleCnt="0"/>
      <dgm:spPr/>
    </dgm:pt>
    <dgm:pt modelId="{CC066C60-A6FF-404F-8002-4035208F50E5}" type="pres">
      <dgm:prSet presAssocID="{991270EC-729A-42D2-AA08-526FD013960F}" presName="tx1" presStyleLbl="revTx" presStyleIdx="2" presStyleCnt="8"/>
      <dgm:spPr/>
    </dgm:pt>
    <dgm:pt modelId="{9CF688BD-B2C3-4C43-A5E3-E95F474E37DC}" type="pres">
      <dgm:prSet presAssocID="{991270EC-729A-42D2-AA08-526FD013960F}" presName="vert1" presStyleCnt="0"/>
      <dgm:spPr/>
    </dgm:pt>
    <dgm:pt modelId="{8EEA9693-649B-4BE1-A8AA-E78588C49CAD}" type="pres">
      <dgm:prSet presAssocID="{AEA16751-ACE6-4EC2-8693-5B8EFA789B67}" presName="thickLine" presStyleLbl="alignNode1" presStyleIdx="3" presStyleCnt="8"/>
      <dgm:spPr/>
    </dgm:pt>
    <dgm:pt modelId="{1E40D719-2497-4C38-A413-4DC51467D3B9}" type="pres">
      <dgm:prSet presAssocID="{AEA16751-ACE6-4EC2-8693-5B8EFA789B67}" presName="horz1" presStyleCnt="0"/>
      <dgm:spPr/>
    </dgm:pt>
    <dgm:pt modelId="{5E4D11E7-0B7C-4D33-BF50-D1F9E3CC7402}" type="pres">
      <dgm:prSet presAssocID="{AEA16751-ACE6-4EC2-8693-5B8EFA789B67}" presName="tx1" presStyleLbl="revTx" presStyleIdx="3" presStyleCnt="8"/>
      <dgm:spPr/>
    </dgm:pt>
    <dgm:pt modelId="{BB11CF51-9182-4C31-A7A1-9F5CD6FF322D}" type="pres">
      <dgm:prSet presAssocID="{AEA16751-ACE6-4EC2-8693-5B8EFA789B67}" presName="vert1" presStyleCnt="0"/>
      <dgm:spPr/>
    </dgm:pt>
    <dgm:pt modelId="{6258665D-FD26-488A-A7FD-9BDA0BEB3101}" type="pres">
      <dgm:prSet presAssocID="{18E537F6-B5CF-454E-9BC7-EB4A69A7BF40}" presName="thickLine" presStyleLbl="alignNode1" presStyleIdx="4" presStyleCnt="8"/>
      <dgm:spPr/>
    </dgm:pt>
    <dgm:pt modelId="{4CCFD64B-BE80-4F96-AE0D-6A081F4DAB31}" type="pres">
      <dgm:prSet presAssocID="{18E537F6-B5CF-454E-9BC7-EB4A69A7BF40}" presName="horz1" presStyleCnt="0"/>
      <dgm:spPr/>
    </dgm:pt>
    <dgm:pt modelId="{A5D11A2A-BFB3-4805-A6F4-1B86C59DD2C6}" type="pres">
      <dgm:prSet presAssocID="{18E537F6-B5CF-454E-9BC7-EB4A69A7BF40}" presName="tx1" presStyleLbl="revTx" presStyleIdx="4" presStyleCnt="8"/>
      <dgm:spPr/>
    </dgm:pt>
    <dgm:pt modelId="{27590B61-D25F-424C-B575-0AE1159E0FBF}" type="pres">
      <dgm:prSet presAssocID="{18E537F6-B5CF-454E-9BC7-EB4A69A7BF40}" presName="vert1" presStyleCnt="0"/>
      <dgm:spPr/>
    </dgm:pt>
    <dgm:pt modelId="{A24018EC-1891-4F22-A8AA-15A90131828B}" type="pres">
      <dgm:prSet presAssocID="{2B398A1F-B378-4F2C-AC9C-C388AB53EBAC}" presName="thickLine" presStyleLbl="alignNode1" presStyleIdx="5" presStyleCnt="8"/>
      <dgm:spPr/>
    </dgm:pt>
    <dgm:pt modelId="{356799AD-282A-42EA-88FC-BD179D521FA3}" type="pres">
      <dgm:prSet presAssocID="{2B398A1F-B378-4F2C-AC9C-C388AB53EBAC}" presName="horz1" presStyleCnt="0"/>
      <dgm:spPr/>
    </dgm:pt>
    <dgm:pt modelId="{5430E7D2-451D-4285-8CBA-0BD74ABD6000}" type="pres">
      <dgm:prSet presAssocID="{2B398A1F-B378-4F2C-AC9C-C388AB53EBAC}" presName="tx1" presStyleLbl="revTx" presStyleIdx="5" presStyleCnt="8"/>
      <dgm:spPr/>
    </dgm:pt>
    <dgm:pt modelId="{90853C5C-CF76-4972-9268-66FEAB613DBA}" type="pres">
      <dgm:prSet presAssocID="{2B398A1F-B378-4F2C-AC9C-C388AB53EBAC}" presName="vert1" presStyleCnt="0"/>
      <dgm:spPr/>
    </dgm:pt>
    <dgm:pt modelId="{EF145345-74DC-4CE7-9806-6DE958DF994E}" type="pres">
      <dgm:prSet presAssocID="{D33E9288-9798-451B-95B7-EDD5211DC09D}" presName="thickLine" presStyleLbl="alignNode1" presStyleIdx="6" presStyleCnt="8"/>
      <dgm:spPr/>
    </dgm:pt>
    <dgm:pt modelId="{C36B1EF1-8D81-4DBF-8098-0E9DBF0BBCF5}" type="pres">
      <dgm:prSet presAssocID="{D33E9288-9798-451B-95B7-EDD5211DC09D}" presName="horz1" presStyleCnt="0"/>
      <dgm:spPr/>
    </dgm:pt>
    <dgm:pt modelId="{EF760C7E-97BE-4701-B32F-7E0A6E1D8E60}" type="pres">
      <dgm:prSet presAssocID="{D33E9288-9798-451B-95B7-EDD5211DC09D}" presName="tx1" presStyleLbl="revTx" presStyleIdx="6" presStyleCnt="8"/>
      <dgm:spPr/>
    </dgm:pt>
    <dgm:pt modelId="{F40AB86D-B7BF-4181-94A3-1D669421BDD5}" type="pres">
      <dgm:prSet presAssocID="{D33E9288-9798-451B-95B7-EDD5211DC09D}" presName="vert1" presStyleCnt="0"/>
      <dgm:spPr/>
    </dgm:pt>
    <dgm:pt modelId="{C5A3BC0C-EBEE-4B30-9862-199DD9BAAF9A}" type="pres">
      <dgm:prSet presAssocID="{3638903B-218A-48DD-8E9C-9089BEE91D73}" presName="thickLine" presStyleLbl="alignNode1" presStyleIdx="7" presStyleCnt="8"/>
      <dgm:spPr/>
    </dgm:pt>
    <dgm:pt modelId="{05021298-0DB9-4B44-AE36-70719CAEE019}" type="pres">
      <dgm:prSet presAssocID="{3638903B-218A-48DD-8E9C-9089BEE91D73}" presName="horz1" presStyleCnt="0"/>
      <dgm:spPr/>
    </dgm:pt>
    <dgm:pt modelId="{24D307E8-4765-4C55-93B3-B33466E1512A}" type="pres">
      <dgm:prSet presAssocID="{3638903B-218A-48DD-8E9C-9089BEE91D73}" presName="tx1" presStyleLbl="revTx" presStyleIdx="7" presStyleCnt="8"/>
      <dgm:spPr/>
    </dgm:pt>
    <dgm:pt modelId="{D7BCDD48-415D-41F5-A7CF-F39AB0BAACAF}" type="pres">
      <dgm:prSet presAssocID="{3638903B-218A-48DD-8E9C-9089BEE91D73}" presName="vert1" presStyleCnt="0"/>
      <dgm:spPr/>
    </dgm:pt>
  </dgm:ptLst>
  <dgm:cxnLst>
    <dgm:cxn modelId="{C7D4761B-8EDF-4B60-8766-642694C4F59A}" type="presOf" srcId="{BF8B4E38-65E7-4BA8-B41B-E38159100083}" destId="{434D2D22-BAC9-4224-85A1-50634BD8145A}" srcOrd="0" destOrd="0" presId="urn:microsoft.com/office/officeart/2008/layout/LinedList"/>
    <dgm:cxn modelId="{B369DB21-E10A-41A0-8202-A30F5ADA6C3F}" srcId="{EA32992C-3B89-4F58-8143-2E35CBD93690}" destId="{18E537F6-B5CF-454E-9BC7-EB4A69A7BF40}" srcOrd="4" destOrd="0" parTransId="{10F765F8-93B8-4519-9328-78469FCB5D42}" sibTransId="{B7231AA9-13B9-49E0-9A14-A7C59718DE9E}"/>
    <dgm:cxn modelId="{AB360E2B-5119-450C-A15B-F5F35839517D}" srcId="{EA32992C-3B89-4F58-8143-2E35CBD93690}" destId="{991270EC-729A-42D2-AA08-526FD013960F}" srcOrd="2" destOrd="0" parTransId="{A5DDFAD3-7633-4975-8049-256054DBCE5D}" sibTransId="{3C3EDBA6-83ED-423B-9CD5-16D217665251}"/>
    <dgm:cxn modelId="{DBD58C2F-649A-4FD7-B72E-FD336D71F66A}" srcId="{EA32992C-3B89-4F58-8143-2E35CBD93690}" destId="{2B398A1F-B378-4F2C-AC9C-C388AB53EBAC}" srcOrd="5" destOrd="0" parTransId="{DCBC847F-A1CC-4E99-B7DD-4438FB39ADB3}" sibTransId="{6AF22074-8840-44A5-A165-6DFA2444BB8B}"/>
    <dgm:cxn modelId="{B04DCE2F-2D14-4D17-8138-E223E9657554}" type="presOf" srcId="{034460D6-4247-4FFC-B01D-BD0EBBB2770F}" destId="{250D25C3-65B0-4A16-9068-7FAC1E6BB35D}" srcOrd="0" destOrd="0" presId="urn:microsoft.com/office/officeart/2008/layout/LinedList"/>
    <dgm:cxn modelId="{90BCD92F-D711-4FBA-B885-B5888E3BC6A4}" type="presOf" srcId="{18E537F6-B5CF-454E-9BC7-EB4A69A7BF40}" destId="{A5D11A2A-BFB3-4805-A6F4-1B86C59DD2C6}" srcOrd="0" destOrd="0" presId="urn:microsoft.com/office/officeart/2008/layout/LinedList"/>
    <dgm:cxn modelId="{BC1D5939-6C59-4BB6-B49B-E5F0F252561F}" type="presOf" srcId="{991270EC-729A-42D2-AA08-526FD013960F}" destId="{CC066C60-A6FF-404F-8002-4035208F50E5}" srcOrd="0" destOrd="0" presId="urn:microsoft.com/office/officeart/2008/layout/LinedList"/>
    <dgm:cxn modelId="{F0FC1152-2280-47CE-81C7-F6C19D015E5A}" srcId="{EA32992C-3B89-4F58-8143-2E35CBD93690}" destId="{D33E9288-9798-451B-95B7-EDD5211DC09D}" srcOrd="6" destOrd="0" parTransId="{BD085B09-C756-4552-AB1C-C6808A8F7452}" sibTransId="{5E29E212-1ECF-45C1-A941-5A3ADE7C69D8}"/>
    <dgm:cxn modelId="{318F9553-2366-4F55-B17C-4A147533CE91}" type="presOf" srcId="{D33E9288-9798-451B-95B7-EDD5211DC09D}" destId="{EF760C7E-97BE-4701-B32F-7E0A6E1D8E60}" srcOrd="0" destOrd="0" presId="urn:microsoft.com/office/officeart/2008/layout/LinedList"/>
    <dgm:cxn modelId="{6AB58056-53D7-468F-B369-BF1B5063B3F0}" srcId="{EA32992C-3B89-4F58-8143-2E35CBD93690}" destId="{AEA16751-ACE6-4EC2-8693-5B8EFA789B67}" srcOrd="3" destOrd="0" parTransId="{0A035CBA-5F6A-4D65-957D-077E0B361FB8}" sibTransId="{D1CF4201-0252-4C54-8616-6CD847404294}"/>
    <dgm:cxn modelId="{2A099990-F904-4CD7-8543-372FC9E46A01}" type="presOf" srcId="{3638903B-218A-48DD-8E9C-9089BEE91D73}" destId="{24D307E8-4765-4C55-93B3-B33466E1512A}" srcOrd="0" destOrd="0" presId="urn:microsoft.com/office/officeart/2008/layout/LinedList"/>
    <dgm:cxn modelId="{86E48097-1B7C-454F-BCBC-4BA83E570C56}" type="presOf" srcId="{AEA16751-ACE6-4EC2-8693-5B8EFA789B67}" destId="{5E4D11E7-0B7C-4D33-BF50-D1F9E3CC7402}" srcOrd="0" destOrd="0" presId="urn:microsoft.com/office/officeart/2008/layout/LinedList"/>
    <dgm:cxn modelId="{BA013FDC-AA8F-4C7F-B34A-A929BCE807D4}" srcId="{EA32992C-3B89-4F58-8143-2E35CBD93690}" destId="{3638903B-218A-48DD-8E9C-9089BEE91D73}" srcOrd="7" destOrd="0" parTransId="{E5E68BD1-B4A5-4301-B7DD-6EE2ECB98DC1}" sibTransId="{BFE8BB46-F6D1-4904-B525-A74CA7EAD1A6}"/>
    <dgm:cxn modelId="{739EEAE4-3D6E-4802-B295-8977E2EB31C1}" type="presOf" srcId="{2B398A1F-B378-4F2C-AC9C-C388AB53EBAC}" destId="{5430E7D2-451D-4285-8CBA-0BD74ABD6000}" srcOrd="0" destOrd="0" presId="urn:microsoft.com/office/officeart/2008/layout/LinedList"/>
    <dgm:cxn modelId="{00A638E6-023D-4E66-95D7-5B958DE1202E}" srcId="{EA32992C-3B89-4F58-8143-2E35CBD93690}" destId="{BF8B4E38-65E7-4BA8-B41B-E38159100083}" srcOrd="1" destOrd="0" parTransId="{719FC743-B27A-4ED9-9052-4795BF17BC6A}" sibTransId="{3AF03F3A-2A39-4CC5-AA66-C54F5D956BC0}"/>
    <dgm:cxn modelId="{56BC5AE8-29E8-48D3-BE93-34BD9321C0FF}" srcId="{EA32992C-3B89-4F58-8143-2E35CBD93690}" destId="{034460D6-4247-4FFC-B01D-BD0EBBB2770F}" srcOrd="0" destOrd="0" parTransId="{CECBC80F-172B-4575-9E92-96824512F2ED}" sibTransId="{A4DA5A41-0A75-4854-8E28-CB511E29A790}"/>
    <dgm:cxn modelId="{65CD4BF2-5EBC-4DF2-AE62-F7EFC06F99C4}" type="presOf" srcId="{EA32992C-3B89-4F58-8143-2E35CBD93690}" destId="{EDBB0601-4783-4BA9-AC24-A426040F3009}" srcOrd="0" destOrd="0" presId="urn:microsoft.com/office/officeart/2008/layout/LinedList"/>
    <dgm:cxn modelId="{D86381D1-D87D-409F-94E7-F7287B8A828C}" type="presParOf" srcId="{EDBB0601-4783-4BA9-AC24-A426040F3009}" destId="{4AAE10C2-2D0F-479A-A5BF-8F387A2377F6}" srcOrd="0" destOrd="0" presId="urn:microsoft.com/office/officeart/2008/layout/LinedList"/>
    <dgm:cxn modelId="{2B004A63-8C60-471A-9A36-49F9C9146579}" type="presParOf" srcId="{EDBB0601-4783-4BA9-AC24-A426040F3009}" destId="{402C4C2A-DEFF-4325-A122-BE613156AF4E}" srcOrd="1" destOrd="0" presId="urn:microsoft.com/office/officeart/2008/layout/LinedList"/>
    <dgm:cxn modelId="{0528BDB0-5816-47E6-A693-C8ED3B8BFC11}" type="presParOf" srcId="{402C4C2A-DEFF-4325-A122-BE613156AF4E}" destId="{250D25C3-65B0-4A16-9068-7FAC1E6BB35D}" srcOrd="0" destOrd="0" presId="urn:microsoft.com/office/officeart/2008/layout/LinedList"/>
    <dgm:cxn modelId="{FD40F7C8-9D26-4D17-BE1A-432EF69D7D39}" type="presParOf" srcId="{402C4C2A-DEFF-4325-A122-BE613156AF4E}" destId="{3F91DA50-DAA6-48F4-9559-DE6635D3D7E8}" srcOrd="1" destOrd="0" presId="urn:microsoft.com/office/officeart/2008/layout/LinedList"/>
    <dgm:cxn modelId="{2C9A17AE-7A2B-47E7-BC75-C30542F38126}" type="presParOf" srcId="{EDBB0601-4783-4BA9-AC24-A426040F3009}" destId="{B64291B7-5C11-470C-B065-BC87FEC80261}" srcOrd="2" destOrd="0" presId="urn:microsoft.com/office/officeart/2008/layout/LinedList"/>
    <dgm:cxn modelId="{D0246A61-3FD9-4FBA-AEA2-0BE48FBB06CC}" type="presParOf" srcId="{EDBB0601-4783-4BA9-AC24-A426040F3009}" destId="{9F8B26CE-218B-43C8-91FC-ACE2FD256E35}" srcOrd="3" destOrd="0" presId="urn:microsoft.com/office/officeart/2008/layout/LinedList"/>
    <dgm:cxn modelId="{527E2AAE-3EE7-4D48-852C-65FF992BC44F}" type="presParOf" srcId="{9F8B26CE-218B-43C8-91FC-ACE2FD256E35}" destId="{434D2D22-BAC9-4224-85A1-50634BD8145A}" srcOrd="0" destOrd="0" presId="urn:microsoft.com/office/officeart/2008/layout/LinedList"/>
    <dgm:cxn modelId="{9F6AC5F0-0500-4001-9F55-5355E41F5500}" type="presParOf" srcId="{9F8B26CE-218B-43C8-91FC-ACE2FD256E35}" destId="{C7A86BDA-9190-4B63-BDFC-BDD06883310A}" srcOrd="1" destOrd="0" presId="urn:microsoft.com/office/officeart/2008/layout/LinedList"/>
    <dgm:cxn modelId="{8A4D2928-F1B3-4493-B3FF-688A978DD11E}" type="presParOf" srcId="{EDBB0601-4783-4BA9-AC24-A426040F3009}" destId="{5CB8FB3E-77E8-4A9B-AACA-97ED063B542C}" srcOrd="4" destOrd="0" presId="urn:microsoft.com/office/officeart/2008/layout/LinedList"/>
    <dgm:cxn modelId="{83123437-7985-4576-AE94-20CA999596E0}" type="presParOf" srcId="{EDBB0601-4783-4BA9-AC24-A426040F3009}" destId="{C2A9C504-8EBC-420F-A218-BD41101013A1}" srcOrd="5" destOrd="0" presId="urn:microsoft.com/office/officeart/2008/layout/LinedList"/>
    <dgm:cxn modelId="{33BAA0FB-2841-4336-8758-99B0E409687A}" type="presParOf" srcId="{C2A9C504-8EBC-420F-A218-BD41101013A1}" destId="{CC066C60-A6FF-404F-8002-4035208F50E5}" srcOrd="0" destOrd="0" presId="urn:microsoft.com/office/officeart/2008/layout/LinedList"/>
    <dgm:cxn modelId="{420C2E49-9670-4418-BFE9-2E94C4E85DB7}" type="presParOf" srcId="{C2A9C504-8EBC-420F-A218-BD41101013A1}" destId="{9CF688BD-B2C3-4C43-A5E3-E95F474E37DC}" srcOrd="1" destOrd="0" presId="urn:microsoft.com/office/officeart/2008/layout/LinedList"/>
    <dgm:cxn modelId="{4E7C74BE-F3FF-449A-A13B-9275E39A51AE}" type="presParOf" srcId="{EDBB0601-4783-4BA9-AC24-A426040F3009}" destId="{8EEA9693-649B-4BE1-A8AA-E78588C49CAD}" srcOrd="6" destOrd="0" presId="urn:microsoft.com/office/officeart/2008/layout/LinedList"/>
    <dgm:cxn modelId="{90C4A226-A7FF-4146-9A42-32FCA8E3B008}" type="presParOf" srcId="{EDBB0601-4783-4BA9-AC24-A426040F3009}" destId="{1E40D719-2497-4C38-A413-4DC51467D3B9}" srcOrd="7" destOrd="0" presId="urn:microsoft.com/office/officeart/2008/layout/LinedList"/>
    <dgm:cxn modelId="{A7197E52-C4F4-4A92-BE53-0FD63440E359}" type="presParOf" srcId="{1E40D719-2497-4C38-A413-4DC51467D3B9}" destId="{5E4D11E7-0B7C-4D33-BF50-D1F9E3CC7402}" srcOrd="0" destOrd="0" presId="urn:microsoft.com/office/officeart/2008/layout/LinedList"/>
    <dgm:cxn modelId="{E134C27A-ED33-43E4-A193-07C7D0801B27}" type="presParOf" srcId="{1E40D719-2497-4C38-A413-4DC51467D3B9}" destId="{BB11CF51-9182-4C31-A7A1-9F5CD6FF322D}" srcOrd="1" destOrd="0" presId="urn:microsoft.com/office/officeart/2008/layout/LinedList"/>
    <dgm:cxn modelId="{313BD4B9-3C36-41FB-82AE-37E6E56D6203}" type="presParOf" srcId="{EDBB0601-4783-4BA9-AC24-A426040F3009}" destId="{6258665D-FD26-488A-A7FD-9BDA0BEB3101}" srcOrd="8" destOrd="0" presId="urn:microsoft.com/office/officeart/2008/layout/LinedList"/>
    <dgm:cxn modelId="{57FD770B-008B-4A8F-9597-1A6DA49B652F}" type="presParOf" srcId="{EDBB0601-4783-4BA9-AC24-A426040F3009}" destId="{4CCFD64B-BE80-4F96-AE0D-6A081F4DAB31}" srcOrd="9" destOrd="0" presId="urn:microsoft.com/office/officeart/2008/layout/LinedList"/>
    <dgm:cxn modelId="{E6A982CA-DCA8-4FD9-9E47-D4120819219A}" type="presParOf" srcId="{4CCFD64B-BE80-4F96-AE0D-6A081F4DAB31}" destId="{A5D11A2A-BFB3-4805-A6F4-1B86C59DD2C6}" srcOrd="0" destOrd="0" presId="urn:microsoft.com/office/officeart/2008/layout/LinedList"/>
    <dgm:cxn modelId="{0F86C552-D9D4-4547-8690-26F939BA0F85}" type="presParOf" srcId="{4CCFD64B-BE80-4F96-AE0D-6A081F4DAB31}" destId="{27590B61-D25F-424C-B575-0AE1159E0FBF}" srcOrd="1" destOrd="0" presId="urn:microsoft.com/office/officeart/2008/layout/LinedList"/>
    <dgm:cxn modelId="{451593D2-3FBB-4F6F-9894-212851BA732F}" type="presParOf" srcId="{EDBB0601-4783-4BA9-AC24-A426040F3009}" destId="{A24018EC-1891-4F22-A8AA-15A90131828B}" srcOrd="10" destOrd="0" presId="urn:microsoft.com/office/officeart/2008/layout/LinedList"/>
    <dgm:cxn modelId="{A48951ED-714F-43CA-A518-5E484088F547}" type="presParOf" srcId="{EDBB0601-4783-4BA9-AC24-A426040F3009}" destId="{356799AD-282A-42EA-88FC-BD179D521FA3}" srcOrd="11" destOrd="0" presId="urn:microsoft.com/office/officeart/2008/layout/LinedList"/>
    <dgm:cxn modelId="{E5AD1CB9-84F5-440E-B545-9D2BA6434D2E}" type="presParOf" srcId="{356799AD-282A-42EA-88FC-BD179D521FA3}" destId="{5430E7D2-451D-4285-8CBA-0BD74ABD6000}" srcOrd="0" destOrd="0" presId="urn:microsoft.com/office/officeart/2008/layout/LinedList"/>
    <dgm:cxn modelId="{B22AB2F1-ADF7-4FC5-821C-5FE94FFE6EE9}" type="presParOf" srcId="{356799AD-282A-42EA-88FC-BD179D521FA3}" destId="{90853C5C-CF76-4972-9268-66FEAB613DBA}" srcOrd="1" destOrd="0" presId="urn:microsoft.com/office/officeart/2008/layout/LinedList"/>
    <dgm:cxn modelId="{2B4FE997-4E27-4E32-9B03-10AF750F393C}" type="presParOf" srcId="{EDBB0601-4783-4BA9-AC24-A426040F3009}" destId="{EF145345-74DC-4CE7-9806-6DE958DF994E}" srcOrd="12" destOrd="0" presId="urn:microsoft.com/office/officeart/2008/layout/LinedList"/>
    <dgm:cxn modelId="{DDC06589-8767-48C7-AC74-091D39727BF2}" type="presParOf" srcId="{EDBB0601-4783-4BA9-AC24-A426040F3009}" destId="{C36B1EF1-8D81-4DBF-8098-0E9DBF0BBCF5}" srcOrd="13" destOrd="0" presId="urn:microsoft.com/office/officeart/2008/layout/LinedList"/>
    <dgm:cxn modelId="{1E0B2B6A-8052-4F1B-9F6D-FE1E40171BE9}" type="presParOf" srcId="{C36B1EF1-8D81-4DBF-8098-0E9DBF0BBCF5}" destId="{EF760C7E-97BE-4701-B32F-7E0A6E1D8E60}" srcOrd="0" destOrd="0" presId="urn:microsoft.com/office/officeart/2008/layout/LinedList"/>
    <dgm:cxn modelId="{5C2CF63A-3EB7-4C74-9512-4A8AE2C6149A}" type="presParOf" srcId="{C36B1EF1-8D81-4DBF-8098-0E9DBF0BBCF5}" destId="{F40AB86D-B7BF-4181-94A3-1D669421BDD5}" srcOrd="1" destOrd="0" presId="urn:microsoft.com/office/officeart/2008/layout/LinedList"/>
    <dgm:cxn modelId="{32FD3AB0-E2AD-46F3-82A6-82354545F7D1}" type="presParOf" srcId="{EDBB0601-4783-4BA9-AC24-A426040F3009}" destId="{C5A3BC0C-EBEE-4B30-9862-199DD9BAAF9A}" srcOrd="14" destOrd="0" presId="urn:microsoft.com/office/officeart/2008/layout/LinedList"/>
    <dgm:cxn modelId="{B8E96BFA-3AC7-43C7-9FE1-8BD1912BAEBB}" type="presParOf" srcId="{EDBB0601-4783-4BA9-AC24-A426040F3009}" destId="{05021298-0DB9-4B44-AE36-70719CAEE019}" srcOrd="15" destOrd="0" presId="urn:microsoft.com/office/officeart/2008/layout/LinedList"/>
    <dgm:cxn modelId="{431DC1C4-8B6B-47D6-8E47-E252F2374222}" type="presParOf" srcId="{05021298-0DB9-4B44-AE36-70719CAEE019}" destId="{24D307E8-4765-4C55-93B3-B33466E1512A}" srcOrd="0" destOrd="0" presId="urn:microsoft.com/office/officeart/2008/layout/LinedList"/>
    <dgm:cxn modelId="{9EFC0384-B3F8-482D-881B-E2E1A19A9970}" type="presParOf" srcId="{05021298-0DB9-4B44-AE36-70719CAEE019}" destId="{D7BCDD48-415D-41F5-A7CF-F39AB0BAAC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B5965-4518-45D9-A33A-F4C1E1ED6315}">
      <dsp:nvSpPr>
        <dsp:cNvPr id="0" name=""/>
        <dsp:cNvSpPr/>
      </dsp:nvSpPr>
      <dsp:spPr>
        <a:xfrm>
          <a:off x="0" y="44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19260-B414-47BD-BD54-0B638CCFB07D}">
      <dsp:nvSpPr>
        <dsp:cNvPr id="0" name=""/>
        <dsp:cNvSpPr/>
      </dsp:nvSpPr>
      <dsp:spPr>
        <a:xfrm>
          <a:off x="0" y="44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Container Support</a:t>
          </a:r>
        </a:p>
      </dsp:txBody>
      <dsp:txXfrm>
        <a:off x="0" y="449"/>
        <a:ext cx="4997132" cy="409298"/>
      </dsp:txXfrm>
    </dsp:sp>
    <dsp:sp modelId="{4AAE10C2-2D0F-479A-A5BF-8F387A2377F6}">
      <dsp:nvSpPr>
        <dsp:cNvPr id="0" name=""/>
        <dsp:cNvSpPr/>
      </dsp:nvSpPr>
      <dsp:spPr>
        <a:xfrm>
          <a:off x="0" y="409748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409748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(Open Source)</a:t>
          </a:r>
        </a:p>
      </dsp:txBody>
      <dsp:txXfrm>
        <a:off x="0" y="409748"/>
        <a:ext cx="4997132" cy="409298"/>
      </dsp:txXfrm>
    </dsp:sp>
    <dsp:sp modelId="{B64291B7-5C11-470C-B065-BC87FEC80261}">
      <dsp:nvSpPr>
        <dsp:cNvPr id="0" name=""/>
        <dsp:cNvSpPr/>
      </dsp:nvSpPr>
      <dsp:spPr>
        <a:xfrm>
          <a:off x="0" y="81904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819047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Self-Hosted</a:t>
          </a:r>
        </a:p>
      </dsp:txBody>
      <dsp:txXfrm>
        <a:off x="0" y="819047"/>
        <a:ext cx="4997132" cy="409298"/>
      </dsp:txXfrm>
    </dsp:sp>
    <dsp:sp modelId="{5CB8FB3E-77E8-4A9B-AACA-97ED063B542C}">
      <dsp:nvSpPr>
        <dsp:cNvPr id="0" name=""/>
        <dsp:cNvSpPr/>
      </dsp:nvSpPr>
      <dsp:spPr>
        <a:xfrm>
          <a:off x="0" y="1228345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1228345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Categorization of Tickets</a:t>
          </a:r>
        </a:p>
      </dsp:txBody>
      <dsp:txXfrm>
        <a:off x="0" y="1228345"/>
        <a:ext cx="4997132" cy="409298"/>
      </dsp:txXfrm>
    </dsp:sp>
    <dsp:sp modelId="{8EEA9693-649B-4BE1-A8AA-E78588C49CAD}">
      <dsp:nvSpPr>
        <dsp:cNvPr id="0" name=""/>
        <dsp:cNvSpPr/>
      </dsp:nvSpPr>
      <dsp:spPr>
        <a:xfrm>
          <a:off x="0" y="163764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637644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KBA Support</a:t>
          </a:r>
        </a:p>
      </dsp:txBody>
      <dsp:txXfrm>
        <a:off x="0" y="1637644"/>
        <a:ext cx="4997132" cy="409298"/>
      </dsp:txXfrm>
    </dsp:sp>
    <dsp:sp modelId="{6258665D-FD26-488A-A7FD-9BDA0BEB3101}">
      <dsp:nvSpPr>
        <dsp:cNvPr id="0" name=""/>
        <dsp:cNvSpPr/>
      </dsp:nvSpPr>
      <dsp:spPr>
        <a:xfrm>
          <a:off x="0" y="204694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2046943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Dashboard</a:t>
          </a:r>
        </a:p>
      </dsp:txBody>
      <dsp:txXfrm>
        <a:off x="0" y="2046943"/>
        <a:ext cx="4997132" cy="409298"/>
      </dsp:txXfrm>
    </dsp:sp>
    <dsp:sp modelId="{A24018EC-1891-4F22-A8AA-15A90131828B}">
      <dsp:nvSpPr>
        <dsp:cNvPr id="0" name=""/>
        <dsp:cNvSpPr/>
      </dsp:nvSpPr>
      <dsp:spPr>
        <a:xfrm>
          <a:off x="0" y="2456242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456242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Reporting</a:t>
          </a:r>
        </a:p>
      </dsp:txBody>
      <dsp:txXfrm>
        <a:off x="0" y="2456242"/>
        <a:ext cx="4997132" cy="409298"/>
      </dsp:txXfrm>
    </dsp:sp>
    <dsp:sp modelId="{EF145345-74DC-4CE7-9806-6DE958DF994E}">
      <dsp:nvSpPr>
        <dsp:cNvPr id="0" name=""/>
        <dsp:cNvSpPr/>
      </dsp:nvSpPr>
      <dsp:spPr>
        <a:xfrm>
          <a:off x="0" y="28655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865540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Prioritization</a:t>
          </a:r>
        </a:p>
      </dsp:txBody>
      <dsp:txXfrm>
        <a:off x="0" y="2865540"/>
        <a:ext cx="4997132" cy="409298"/>
      </dsp:txXfrm>
    </dsp:sp>
    <dsp:sp modelId="{C5A3BC0C-EBEE-4B30-9862-199DD9BAAF9A}">
      <dsp:nvSpPr>
        <dsp:cNvPr id="0" name=""/>
        <dsp:cNvSpPr/>
      </dsp:nvSpPr>
      <dsp:spPr>
        <a:xfrm>
          <a:off x="0" y="327483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7483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</a:t>
          </a:r>
        </a:p>
      </dsp:txBody>
      <dsp:txXfrm>
        <a:off x="0" y="3274839"/>
        <a:ext cx="4997132" cy="409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E10C2-2D0F-479A-A5BF-8F387A2377F6}">
      <dsp:nvSpPr>
        <dsp:cNvPr id="0" name=""/>
        <dsp:cNvSpPr/>
      </dsp:nvSpPr>
      <dsp:spPr>
        <a:xfrm>
          <a:off x="0" y="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Fine-grained Permission assigning</a:t>
          </a:r>
          <a:endParaRPr lang="en-US" sz="1900" kern="1200">
            <a:latin typeface="Goudy Old Style"/>
          </a:endParaRPr>
        </a:p>
      </dsp:txBody>
      <dsp:txXfrm>
        <a:off x="0" y="0"/>
        <a:ext cx="4997132" cy="460573"/>
      </dsp:txXfrm>
    </dsp:sp>
    <dsp:sp modelId="{B64291B7-5C11-470C-B065-BC87FEC80261}">
      <dsp:nvSpPr>
        <dsp:cNvPr id="0" name=""/>
        <dsp:cNvSpPr/>
      </dsp:nvSpPr>
      <dsp:spPr>
        <a:xfrm>
          <a:off x="0" y="46057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46057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Keyword Searching</a:t>
          </a:r>
          <a:endParaRPr lang="en-US" sz="1900" kern="1200">
            <a:latin typeface="Goudy Old Style"/>
          </a:endParaRPr>
        </a:p>
      </dsp:txBody>
      <dsp:txXfrm>
        <a:off x="0" y="460573"/>
        <a:ext cx="4997132" cy="460573"/>
      </dsp:txXfrm>
    </dsp:sp>
    <dsp:sp modelId="{5CB8FB3E-77E8-4A9B-AACA-97ED063B542C}">
      <dsp:nvSpPr>
        <dsp:cNvPr id="0" name=""/>
        <dsp:cNvSpPr/>
      </dsp:nvSpPr>
      <dsp:spPr>
        <a:xfrm>
          <a:off x="0" y="921146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921146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Bulk User creation</a:t>
          </a:r>
          <a:endParaRPr lang="en-US" sz="1900" kern="1200">
            <a:latin typeface="Goudy Old Style"/>
          </a:endParaRPr>
        </a:p>
      </dsp:txBody>
      <dsp:txXfrm>
        <a:off x="0" y="921146"/>
        <a:ext cx="4997132" cy="460573"/>
      </dsp:txXfrm>
    </dsp:sp>
    <dsp:sp modelId="{8EEA9693-649B-4BE1-A8AA-E78588C49CAD}">
      <dsp:nvSpPr>
        <dsp:cNvPr id="0" name=""/>
        <dsp:cNvSpPr/>
      </dsp:nvSpPr>
      <dsp:spPr>
        <a:xfrm>
          <a:off x="0" y="138172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38172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API Support</a:t>
          </a:r>
        </a:p>
      </dsp:txBody>
      <dsp:txXfrm>
        <a:off x="0" y="1381720"/>
        <a:ext cx="4997132" cy="460573"/>
      </dsp:txXfrm>
    </dsp:sp>
    <dsp:sp modelId="{6258665D-FD26-488A-A7FD-9BDA0BEB3101}">
      <dsp:nvSpPr>
        <dsp:cNvPr id="0" name=""/>
        <dsp:cNvSpPr/>
      </dsp:nvSpPr>
      <dsp:spPr>
        <a:xfrm>
          <a:off x="0" y="184229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184229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Email Integration</a:t>
          </a:r>
          <a:endParaRPr lang="en-US" sz="1900" kern="1200">
            <a:latin typeface="Goudy Old Style"/>
          </a:endParaRPr>
        </a:p>
      </dsp:txBody>
      <dsp:txXfrm>
        <a:off x="0" y="1842293"/>
        <a:ext cx="4997132" cy="460573"/>
      </dsp:txXfrm>
    </dsp:sp>
    <dsp:sp modelId="{A24018EC-1891-4F22-A8AA-15A90131828B}">
      <dsp:nvSpPr>
        <dsp:cNvPr id="0" name=""/>
        <dsp:cNvSpPr/>
      </dsp:nvSpPr>
      <dsp:spPr>
        <a:xfrm>
          <a:off x="0" y="230286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302867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Official Documentation</a:t>
          </a:r>
          <a:endParaRPr lang="en-US" sz="1900" kern="1200">
            <a:latin typeface="Goudy Old Style"/>
          </a:endParaRPr>
        </a:p>
      </dsp:txBody>
      <dsp:txXfrm>
        <a:off x="0" y="2302867"/>
        <a:ext cx="4997132" cy="460573"/>
      </dsp:txXfrm>
    </dsp:sp>
    <dsp:sp modelId="{EF145345-74DC-4CE7-9806-6DE958DF994E}">
      <dsp:nvSpPr>
        <dsp:cNvPr id="0" name=""/>
        <dsp:cNvSpPr/>
      </dsp:nvSpPr>
      <dsp:spPr>
        <a:xfrm>
          <a:off x="0" y="27634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76344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1"/>
              </a:solidFill>
              <a:latin typeface="Goudy Old Style"/>
            </a:rPr>
            <a:t>Non limiting caps (for users, tickets, etc.)</a:t>
          </a:r>
          <a:endParaRPr lang="en-US" sz="1900" kern="1200">
            <a:latin typeface="Goudy Old Style"/>
          </a:endParaRPr>
        </a:p>
      </dsp:txBody>
      <dsp:txXfrm>
        <a:off x="0" y="2763440"/>
        <a:ext cx="4997132" cy="460573"/>
      </dsp:txXfrm>
    </dsp:sp>
    <dsp:sp modelId="{C5A3BC0C-EBEE-4B30-9862-199DD9BAAF9A}">
      <dsp:nvSpPr>
        <dsp:cNvPr id="0" name=""/>
        <dsp:cNvSpPr/>
      </dsp:nvSpPr>
      <dsp:spPr>
        <a:xfrm>
          <a:off x="0" y="322401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24014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oudy Old Style"/>
            </a:rPr>
            <a:t>Bulk Ticket resolution</a:t>
          </a:r>
          <a:endParaRPr lang="en-US" sz="1900" kern="1200"/>
        </a:p>
      </dsp:txBody>
      <dsp:txXfrm>
        <a:off x="0" y="3224014"/>
        <a:ext cx="4997132" cy="4605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B5965-4518-45D9-A33A-F4C1E1ED6315}">
      <dsp:nvSpPr>
        <dsp:cNvPr id="0" name=""/>
        <dsp:cNvSpPr/>
      </dsp:nvSpPr>
      <dsp:spPr>
        <a:xfrm>
          <a:off x="0" y="44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19260-B414-47BD-BD54-0B638CCFB07D}">
      <dsp:nvSpPr>
        <dsp:cNvPr id="0" name=""/>
        <dsp:cNvSpPr/>
      </dsp:nvSpPr>
      <dsp:spPr>
        <a:xfrm>
          <a:off x="0" y="44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Container Support</a:t>
          </a:r>
        </a:p>
      </dsp:txBody>
      <dsp:txXfrm>
        <a:off x="0" y="449"/>
        <a:ext cx="4997132" cy="409298"/>
      </dsp:txXfrm>
    </dsp:sp>
    <dsp:sp modelId="{4AAE10C2-2D0F-479A-A5BF-8F387A2377F6}">
      <dsp:nvSpPr>
        <dsp:cNvPr id="0" name=""/>
        <dsp:cNvSpPr/>
      </dsp:nvSpPr>
      <dsp:spPr>
        <a:xfrm>
          <a:off x="0" y="409748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409748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Free (Open Source)</a:t>
          </a:r>
        </a:p>
      </dsp:txBody>
      <dsp:txXfrm>
        <a:off x="0" y="409748"/>
        <a:ext cx="4997132" cy="409298"/>
      </dsp:txXfrm>
    </dsp:sp>
    <dsp:sp modelId="{B64291B7-5C11-470C-B065-BC87FEC80261}">
      <dsp:nvSpPr>
        <dsp:cNvPr id="0" name=""/>
        <dsp:cNvSpPr/>
      </dsp:nvSpPr>
      <dsp:spPr>
        <a:xfrm>
          <a:off x="0" y="81904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819047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Self-Hosted</a:t>
          </a:r>
        </a:p>
      </dsp:txBody>
      <dsp:txXfrm>
        <a:off x="0" y="819047"/>
        <a:ext cx="4997132" cy="409298"/>
      </dsp:txXfrm>
    </dsp:sp>
    <dsp:sp modelId="{5CB8FB3E-77E8-4A9B-AACA-97ED063B542C}">
      <dsp:nvSpPr>
        <dsp:cNvPr id="0" name=""/>
        <dsp:cNvSpPr/>
      </dsp:nvSpPr>
      <dsp:spPr>
        <a:xfrm>
          <a:off x="0" y="1228345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1228345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Categorization of Tickets</a:t>
          </a:r>
        </a:p>
      </dsp:txBody>
      <dsp:txXfrm>
        <a:off x="0" y="1228345"/>
        <a:ext cx="4997132" cy="409298"/>
      </dsp:txXfrm>
    </dsp:sp>
    <dsp:sp modelId="{8EEA9693-649B-4BE1-A8AA-E78588C49CAD}">
      <dsp:nvSpPr>
        <dsp:cNvPr id="0" name=""/>
        <dsp:cNvSpPr/>
      </dsp:nvSpPr>
      <dsp:spPr>
        <a:xfrm>
          <a:off x="0" y="163764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637644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KBA Support</a:t>
          </a:r>
        </a:p>
      </dsp:txBody>
      <dsp:txXfrm>
        <a:off x="0" y="1637644"/>
        <a:ext cx="4997132" cy="409298"/>
      </dsp:txXfrm>
    </dsp:sp>
    <dsp:sp modelId="{6258665D-FD26-488A-A7FD-9BDA0BEB3101}">
      <dsp:nvSpPr>
        <dsp:cNvPr id="0" name=""/>
        <dsp:cNvSpPr/>
      </dsp:nvSpPr>
      <dsp:spPr>
        <a:xfrm>
          <a:off x="0" y="204694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2046943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Dashboard</a:t>
          </a:r>
        </a:p>
      </dsp:txBody>
      <dsp:txXfrm>
        <a:off x="0" y="2046943"/>
        <a:ext cx="4997132" cy="409298"/>
      </dsp:txXfrm>
    </dsp:sp>
    <dsp:sp modelId="{A24018EC-1891-4F22-A8AA-15A90131828B}">
      <dsp:nvSpPr>
        <dsp:cNvPr id="0" name=""/>
        <dsp:cNvSpPr/>
      </dsp:nvSpPr>
      <dsp:spPr>
        <a:xfrm>
          <a:off x="0" y="2456242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456242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Reporting</a:t>
          </a:r>
        </a:p>
      </dsp:txBody>
      <dsp:txXfrm>
        <a:off x="0" y="2456242"/>
        <a:ext cx="4997132" cy="409298"/>
      </dsp:txXfrm>
    </dsp:sp>
    <dsp:sp modelId="{EF145345-74DC-4CE7-9806-6DE958DF994E}">
      <dsp:nvSpPr>
        <dsp:cNvPr id="0" name=""/>
        <dsp:cNvSpPr/>
      </dsp:nvSpPr>
      <dsp:spPr>
        <a:xfrm>
          <a:off x="0" y="28655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865540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B050"/>
              </a:solidFill>
              <a:latin typeface="Goudy Old Style"/>
            </a:rPr>
            <a:t>Prioritization</a:t>
          </a:r>
        </a:p>
      </dsp:txBody>
      <dsp:txXfrm>
        <a:off x="0" y="2865540"/>
        <a:ext cx="4997132" cy="409298"/>
      </dsp:txXfrm>
    </dsp:sp>
    <dsp:sp modelId="{C5A3BC0C-EBEE-4B30-9862-199DD9BAAF9A}">
      <dsp:nvSpPr>
        <dsp:cNvPr id="0" name=""/>
        <dsp:cNvSpPr/>
      </dsp:nvSpPr>
      <dsp:spPr>
        <a:xfrm>
          <a:off x="0" y="327483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7483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C000"/>
              </a:solidFill>
              <a:latin typeface="Goudy Old Style"/>
            </a:rPr>
            <a:t>Security</a:t>
          </a:r>
        </a:p>
      </dsp:txBody>
      <dsp:txXfrm>
        <a:off x="0" y="3274839"/>
        <a:ext cx="4997132" cy="4092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E10C2-2D0F-479A-A5BF-8F387A2377F6}">
      <dsp:nvSpPr>
        <dsp:cNvPr id="0" name=""/>
        <dsp:cNvSpPr/>
      </dsp:nvSpPr>
      <dsp:spPr>
        <a:xfrm>
          <a:off x="0" y="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C000"/>
              </a:solidFill>
              <a:latin typeface="Goudy Old Style"/>
            </a:rPr>
            <a:t>Fine-grained Permission assigning</a:t>
          </a:r>
          <a:endParaRPr lang="en-US" sz="1900" kern="1200">
            <a:latin typeface="Goudy Old Style"/>
          </a:endParaRPr>
        </a:p>
      </dsp:txBody>
      <dsp:txXfrm>
        <a:off x="0" y="0"/>
        <a:ext cx="4997132" cy="460573"/>
      </dsp:txXfrm>
    </dsp:sp>
    <dsp:sp modelId="{B64291B7-5C11-470C-B065-BC87FEC80261}">
      <dsp:nvSpPr>
        <dsp:cNvPr id="0" name=""/>
        <dsp:cNvSpPr/>
      </dsp:nvSpPr>
      <dsp:spPr>
        <a:xfrm>
          <a:off x="0" y="46057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46057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Keyword Searching</a:t>
          </a:r>
          <a:endParaRPr lang="en-US" sz="1900" kern="1200">
            <a:latin typeface="Goudy Old Style"/>
          </a:endParaRPr>
        </a:p>
      </dsp:txBody>
      <dsp:txXfrm>
        <a:off x="0" y="460573"/>
        <a:ext cx="4997132" cy="460573"/>
      </dsp:txXfrm>
    </dsp:sp>
    <dsp:sp modelId="{5CB8FB3E-77E8-4A9B-AACA-97ED063B542C}">
      <dsp:nvSpPr>
        <dsp:cNvPr id="0" name=""/>
        <dsp:cNvSpPr/>
      </dsp:nvSpPr>
      <dsp:spPr>
        <a:xfrm>
          <a:off x="0" y="921146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921146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Bulk User creation</a:t>
          </a:r>
          <a:endParaRPr lang="en-US" sz="1900" kern="1200">
            <a:latin typeface="Goudy Old Style"/>
          </a:endParaRPr>
        </a:p>
      </dsp:txBody>
      <dsp:txXfrm>
        <a:off x="0" y="921146"/>
        <a:ext cx="4997132" cy="460573"/>
      </dsp:txXfrm>
    </dsp:sp>
    <dsp:sp modelId="{8EEA9693-649B-4BE1-A8AA-E78588C49CAD}">
      <dsp:nvSpPr>
        <dsp:cNvPr id="0" name=""/>
        <dsp:cNvSpPr/>
      </dsp:nvSpPr>
      <dsp:spPr>
        <a:xfrm>
          <a:off x="0" y="138172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38172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API Support</a:t>
          </a:r>
        </a:p>
      </dsp:txBody>
      <dsp:txXfrm>
        <a:off x="0" y="1381720"/>
        <a:ext cx="4997132" cy="460573"/>
      </dsp:txXfrm>
    </dsp:sp>
    <dsp:sp modelId="{6258665D-FD26-488A-A7FD-9BDA0BEB3101}">
      <dsp:nvSpPr>
        <dsp:cNvPr id="0" name=""/>
        <dsp:cNvSpPr/>
      </dsp:nvSpPr>
      <dsp:spPr>
        <a:xfrm>
          <a:off x="0" y="184229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184229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0000"/>
              </a:solidFill>
              <a:latin typeface="Goudy Old Style"/>
            </a:rPr>
            <a:t>Email Integration</a:t>
          </a:r>
          <a:endParaRPr lang="en-US" sz="1900" kern="1200">
            <a:latin typeface="Goudy Old Style"/>
          </a:endParaRPr>
        </a:p>
      </dsp:txBody>
      <dsp:txXfrm>
        <a:off x="0" y="1842293"/>
        <a:ext cx="4997132" cy="460573"/>
      </dsp:txXfrm>
    </dsp:sp>
    <dsp:sp modelId="{A24018EC-1891-4F22-A8AA-15A90131828B}">
      <dsp:nvSpPr>
        <dsp:cNvPr id="0" name=""/>
        <dsp:cNvSpPr/>
      </dsp:nvSpPr>
      <dsp:spPr>
        <a:xfrm>
          <a:off x="0" y="230286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302867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Official Documentation</a:t>
          </a:r>
          <a:endParaRPr lang="en-US" sz="1900" kern="1200">
            <a:latin typeface="Goudy Old Style"/>
          </a:endParaRPr>
        </a:p>
      </dsp:txBody>
      <dsp:txXfrm>
        <a:off x="0" y="2302867"/>
        <a:ext cx="4997132" cy="460573"/>
      </dsp:txXfrm>
    </dsp:sp>
    <dsp:sp modelId="{EF145345-74DC-4CE7-9806-6DE958DF994E}">
      <dsp:nvSpPr>
        <dsp:cNvPr id="0" name=""/>
        <dsp:cNvSpPr/>
      </dsp:nvSpPr>
      <dsp:spPr>
        <a:xfrm>
          <a:off x="0" y="27634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76344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Non limiting caps (for users, tickets, etc.)</a:t>
          </a:r>
          <a:endParaRPr lang="en-US" sz="1900" kern="1200">
            <a:latin typeface="Goudy Old Style"/>
          </a:endParaRPr>
        </a:p>
      </dsp:txBody>
      <dsp:txXfrm>
        <a:off x="0" y="2763440"/>
        <a:ext cx="4997132" cy="460573"/>
      </dsp:txXfrm>
    </dsp:sp>
    <dsp:sp modelId="{C5A3BC0C-EBEE-4B30-9862-199DD9BAAF9A}">
      <dsp:nvSpPr>
        <dsp:cNvPr id="0" name=""/>
        <dsp:cNvSpPr/>
      </dsp:nvSpPr>
      <dsp:spPr>
        <a:xfrm>
          <a:off x="0" y="322401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24014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Bulk Ticket resolution</a:t>
          </a:r>
          <a:endParaRPr lang="en-US" sz="1900" kern="1200"/>
        </a:p>
      </dsp:txBody>
      <dsp:txXfrm>
        <a:off x="0" y="3224014"/>
        <a:ext cx="4997132" cy="4605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B5965-4518-45D9-A33A-F4C1E1ED6315}">
      <dsp:nvSpPr>
        <dsp:cNvPr id="0" name=""/>
        <dsp:cNvSpPr/>
      </dsp:nvSpPr>
      <dsp:spPr>
        <a:xfrm>
          <a:off x="0" y="44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19260-B414-47BD-BD54-0B638CCFB07D}">
      <dsp:nvSpPr>
        <dsp:cNvPr id="0" name=""/>
        <dsp:cNvSpPr/>
      </dsp:nvSpPr>
      <dsp:spPr>
        <a:xfrm>
          <a:off x="0" y="44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Container Support</a:t>
          </a:r>
        </a:p>
      </dsp:txBody>
      <dsp:txXfrm>
        <a:off x="0" y="449"/>
        <a:ext cx="4997132" cy="409298"/>
      </dsp:txXfrm>
    </dsp:sp>
    <dsp:sp modelId="{4AAE10C2-2D0F-479A-A5BF-8F387A2377F6}">
      <dsp:nvSpPr>
        <dsp:cNvPr id="0" name=""/>
        <dsp:cNvSpPr/>
      </dsp:nvSpPr>
      <dsp:spPr>
        <a:xfrm>
          <a:off x="0" y="409748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409748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Free (Open Source)</a:t>
          </a:r>
        </a:p>
      </dsp:txBody>
      <dsp:txXfrm>
        <a:off x="0" y="409748"/>
        <a:ext cx="4997132" cy="409298"/>
      </dsp:txXfrm>
    </dsp:sp>
    <dsp:sp modelId="{B64291B7-5C11-470C-B065-BC87FEC80261}">
      <dsp:nvSpPr>
        <dsp:cNvPr id="0" name=""/>
        <dsp:cNvSpPr/>
      </dsp:nvSpPr>
      <dsp:spPr>
        <a:xfrm>
          <a:off x="0" y="81904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819047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Self-Hosted</a:t>
          </a:r>
        </a:p>
      </dsp:txBody>
      <dsp:txXfrm>
        <a:off x="0" y="819047"/>
        <a:ext cx="4997132" cy="409298"/>
      </dsp:txXfrm>
    </dsp:sp>
    <dsp:sp modelId="{5CB8FB3E-77E8-4A9B-AACA-97ED063B542C}">
      <dsp:nvSpPr>
        <dsp:cNvPr id="0" name=""/>
        <dsp:cNvSpPr/>
      </dsp:nvSpPr>
      <dsp:spPr>
        <a:xfrm>
          <a:off x="0" y="1228345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1228345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Categorization of Tickets</a:t>
          </a:r>
        </a:p>
      </dsp:txBody>
      <dsp:txXfrm>
        <a:off x="0" y="1228345"/>
        <a:ext cx="4997132" cy="409298"/>
      </dsp:txXfrm>
    </dsp:sp>
    <dsp:sp modelId="{8EEA9693-649B-4BE1-A8AA-E78588C49CAD}">
      <dsp:nvSpPr>
        <dsp:cNvPr id="0" name=""/>
        <dsp:cNvSpPr/>
      </dsp:nvSpPr>
      <dsp:spPr>
        <a:xfrm>
          <a:off x="0" y="163764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637644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KBA Support</a:t>
          </a:r>
        </a:p>
      </dsp:txBody>
      <dsp:txXfrm>
        <a:off x="0" y="1637644"/>
        <a:ext cx="4997132" cy="409298"/>
      </dsp:txXfrm>
    </dsp:sp>
    <dsp:sp modelId="{6258665D-FD26-488A-A7FD-9BDA0BEB3101}">
      <dsp:nvSpPr>
        <dsp:cNvPr id="0" name=""/>
        <dsp:cNvSpPr/>
      </dsp:nvSpPr>
      <dsp:spPr>
        <a:xfrm>
          <a:off x="0" y="204694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2046943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Dashboard</a:t>
          </a:r>
        </a:p>
      </dsp:txBody>
      <dsp:txXfrm>
        <a:off x="0" y="2046943"/>
        <a:ext cx="4997132" cy="409298"/>
      </dsp:txXfrm>
    </dsp:sp>
    <dsp:sp modelId="{A24018EC-1891-4F22-A8AA-15A90131828B}">
      <dsp:nvSpPr>
        <dsp:cNvPr id="0" name=""/>
        <dsp:cNvSpPr/>
      </dsp:nvSpPr>
      <dsp:spPr>
        <a:xfrm>
          <a:off x="0" y="2456242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456242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Reporting</a:t>
          </a:r>
        </a:p>
      </dsp:txBody>
      <dsp:txXfrm>
        <a:off x="0" y="2456242"/>
        <a:ext cx="4997132" cy="409298"/>
      </dsp:txXfrm>
    </dsp:sp>
    <dsp:sp modelId="{EF145345-74DC-4CE7-9806-6DE958DF994E}">
      <dsp:nvSpPr>
        <dsp:cNvPr id="0" name=""/>
        <dsp:cNvSpPr/>
      </dsp:nvSpPr>
      <dsp:spPr>
        <a:xfrm>
          <a:off x="0" y="28655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865540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Prioritization</a:t>
          </a:r>
        </a:p>
      </dsp:txBody>
      <dsp:txXfrm>
        <a:off x="0" y="2865540"/>
        <a:ext cx="4997132" cy="409298"/>
      </dsp:txXfrm>
    </dsp:sp>
    <dsp:sp modelId="{C5A3BC0C-EBEE-4B30-9862-199DD9BAAF9A}">
      <dsp:nvSpPr>
        <dsp:cNvPr id="0" name=""/>
        <dsp:cNvSpPr/>
      </dsp:nvSpPr>
      <dsp:spPr>
        <a:xfrm>
          <a:off x="0" y="327483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7483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Security</a:t>
          </a:r>
        </a:p>
      </dsp:txBody>
      <dsp:txXfrm>
        <a:off x="0" y="3274839"/>
        <a:ext cx="4997132" cy="4092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E10C2-2D0F-479A-A5BF-8F387A2377F6}">
      <dsp:nvSpPr>
        <dsp:cNvPr id="0" name=""/>
        <dsp:cNvSpPr/>
      </dsp:nvSpPr>
      <dsp:spPr>
        <a:xfrm>
          <a:off x="0" y="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Fine-grained Permission assigning</a:t>
          </a:r>
        </a:p>
      </dsp:txBody>
      <dsp:txXfrm>
        <a:off x="0" y="0"/>
        <a:ext cx="4997132" cy="460573"/>
      </dsp:txXfrm>
    </dsp:sp>
    <dsp:sp modelId="{B64291B7-5C11-470C-B065-BC87FEC80261}">
      <dsp:nvSpPr>
        <dsp:cNvPr id="0" name=""/>
        <dsp:cNvSpPr/>
      </dsp:nvSpPr>
      <dsp:spPr>
        <a:xfrm>
          <a:off x="0" y="46057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46057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Keyword Searching</a:t>
          </a:r>
        </a:p>
      </dsp:txBody>
      <dsp:txXfrm>
        <a:off x="0" y="460573"/>
        <a:ext cx="4997132" cy="460573"/>
      </dsp:txXfrm>
    </dsp:sp>
    <dsp:sp modelId="{5CB8FB3E-77E8-4A9B-AACA-97ED063B542C}">
      <dsp:nvSpPr>
        <dsp:cNvPr id="0" name=""/>
        <dsp:cNvSpPr/>
      </dsp:nvSpPr>
      <dsp:spPr>
        <a:xfrm>
          <a:off x="0" y="921146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921146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Bulk User creation</a:t>
          </a:r>
        </a:p>
      </dsp:txBody>
      <dsp:txXfrm>
        <a:off x="0" y="921146"/>
        <a:ext cx="4997132" cy="460573"/>
      </dsp:txXfrm>
    </dsp:sp>
    <dsp:sp modelId="{8EEA9693-649B-4BE1-A8AA-E78588C49CAD}">
      <dsp:nvSpPr>
        <dsp:cNvPr id="0" name=""/>
        <dsp:cNvSpPr/>
      </dsp:nvSpPr>
      <dsp:spPr>
        <a:xfrm>
          <a:off x="0" y="138172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38172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API Support</a:t>
          </a:r>
        </a:p>
      </dsp:txBody>
      <dsp:txXfrm>
        <a:off x="0" y="1381720"/>
        <a:ext cx="4997132" cy="460573"/>
      </dsp:txXfrm>
    </dsp:sp>
    <dsp:sp modelId="{6258665D-FD26-488A-A7FD-9BDA0BEB3101}">
      <dsp:nvSpPr>
        <dsp:cNvPr id="0" name=""/>
        <dsp:cNvSpPr/>
      </dsp:nvSpPr>
      <dsp:spPr>
        <a:xfrm>
          <a:off x="0" y="184229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184229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Email Integration</a:t>
          </a:r>
        </a:p>
      </dsp:txBody>
      <dsp:txXfrm>
        <a:off x="0" y="1842293"/>
        <a:ext cx="4997132" cy="460573"/>
      </dsp:txXfrm>
    </dsp:sp>
    <dsp:sp modelId="{A24018EC-1891-4F22-A8AA-15A90131828B}">
      <dsp:nvSpPr>
        <dsp:cNvPr id="0" name=""/>
        <dsp:cNvSpPr/>
      </dsp:nvSpPr>
      <dsp:spPr>
        <a:xfrm>
          <a:off x="0" y="230286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302867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Official Documentation</a:t>
          </a:r>
        </a:p>
      </dsp:txBody>
      <dsp:txXfrm>
        <a:off x="0" y="2302867"/>
        <a:ext cx="4997132" cy="460573"/>
      </dsp:txXfrm>
    </dsp:sp>
    <dsp:sp modelId="{EF145345-74DC-4CE7-9806-6DE958DF994E}">
      <dsp:nvSpPr>
        <dsp:cNvPr id="0" name=""/>
        <dsp:cNvSpPr/>
      </dsp:nvSpPr>
      <dsp:spPr>
        <a:xfrm>
          <a:off x="0" y="27634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76344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Non limiting caps (for users, tickets, etc.)</a:t>
          </a:r>
        </a:p>
      </dsp:txBody>
      <dsp:txXfrm>
        <a:off x="0" y="2763440"/>
        <a:ext cx="4997132" cy="460573"/>
      </dsp:txXfrm>
    </dsp:sp>
    <dsp:sp modelId="{C5A3BC0C-EBEE-4B30-9862-199DD9BAAF9A}">
      <dsp:nvSpPr>
        <dsp:cNvPr id="0" name=""/>
        <dsp:cNvSpPr/>
      </dsp:nvSpPr>
      <dsp:spPr>
        <a:xfrm>
          <a:off x="0" y="322401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24014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Bulk Ticket resolution</a:t>
          </a:r>
          <a:endParaRPr lang="en-US" sz="1900" kern="1200">
            <a:solidFill>
              <a:srgbClr val="00B050"/>
            </a:solidFill>
          </a:endParaRPr>
        </a:p>
      </dsp:txBody>
      <dsp:txXfrm>
        <a:off x="0" y="3224014"/>
        <a:ext cx="4997132" cy="4605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B5965-4518-45D9-A33A-F4C1E1ED6315}">
      <dsp:nvSpPr>
        <dsp:cNvPr id="0" name=""/>
        <dsp:cNvSpPr/>
      </dsp:nvSpPr>
      <dsp:spPr>
        <a:xfrm>
          <a:off x="0" y="44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19260-B414-47BD-BD54-0B638CCFB07D}">
      <dsp:nvSpPr>
        <dsp:cNvPr id="0" name=""/>
        <dsp:cNvSpPr/>
      </dsp:nvSpPr>
      <dsp:spPr>
        <a:xfrm>
          <a:off x="0" y="44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Container Support</a:t>
          </a:r>
        </a:p>
      </dsp:txBody>
      <dsp:txXfrm>
        <a:off x="0" y="449"/>
        <a:ext cx="4997132" cy="409298"/>
      </dsp:txXfrm>
    </dsp:sp>
    <dsp:sp modelId="{4AAE10C2-2D0F-479A-A5BF-8F387A2377F6}">
      <dsp:nvSpPr>
        <dsp:cNvPr id="0" name=""/>
        <dsp:cNvSpPr/>
      </dsp:nvSpPr>
      <dsp:spPr>
        <a:xfrm>
          <a:off x="0" y="409748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409748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Free (Open Source)</a:t>
          </a:r>
        </a:p>
      </dsp:txBody>
      <dsp:txXfrm>
        <a:off x="0" y="409748"/>
        <a:ext cx="4997132" cy="409298"/>
      </dsp:txXfrm>
    </dsp:sp>
    <dsp:sp modelId="{B64291B7-5C11-470C-B065-BC87FEC80261}">
      <dsp:nvSpPr>
        <dsp:cNvPr id="0" name=""/>
        <dsp:cNvSpPr/>
      </dsp:nvSpPr>
      <dsp:spPr>
        <a:xfrm>
          <a:off x="0" y="81904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819047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Self-Hosted</a:t>
          </a:r>
        </a:p>
      </dsp:txBody>
      <dsp:txXfrm>
        <a:off x="0" y="819047"/>
        <a:ext cx="4997132" cy="409298"/>
      </dsp:txXfrm>
    </dsp:sp>
    <dsp:sp modelId="{5CB8FB3E-77E8-4A9B-AACA-97ED063B542C}">
      <dsp:nvSpPr>
        <dsp:cNvPr id="0" name=""/>
        <dsp:cNvSpPr/>
      </dsp:nvSpPr>
      <dsp:spPr>
        <a:xfrm>
          <a:off x="0" y="1228345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1228345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Categorization of Tickets</a:t>
          </a:r>
        </a:p>
      </dsp:txBody>
      <dsp:txXfrm>
        <a:off x="0" y="1228345"/>
        <a:ext cx="4997132" cy="409298"/>
      </dsp:txXfrm>
    </dsp:sp>
    <dsp:sp modelId="{8EEA9693-649B-4BE1-A8AA-E78588C49CAD}">
      <dsp:nvSpPr>
        <dsp:cNvPr id="0" name=""/>
        <dsp:cNvSpPr/>
      </dsp:nvSpPr>
      <dsp:spPr>
        <a:xfrm>
          <a:off x="0" y="163764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637644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KBA Support</a:t>
          </a:r>
        </a:p>
      </dsp:txBody>
      <dsp:txXfrm>
        <a:off x="0" y="1637644"/>
        <a:ext cx="4997132" cy="409298"/>
      </dsp:txXfrm>
    </dsp:sp>
    <dsp:sp modelId="{6258665D-FD26-488A-A7FD-9BDA0BEB3101}">
      <dsp:nvSpPr>
        <dsp:cNvPr id="0" name=""/>
        <dsp:cNvSpPr/>
      </dsp:nvSpPr>
      <dsp:spPr>
        <a:xfrm>
          <a:off x="0" y="204694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2046943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Dashboard</a:t>
          </a:r>
        </a:p>
      </dsp:txBody>
      <dsp:txXfrm>
        <a:off x="0" y="2046943"/>
        <a:ext cx="4997132" cy="409298"/>
      </dsp:txXfrm>
    </dsp:sp>
    <dsp:sp modelId="{A24018EC-1891-4F22-A8AA-15A90131828B}">
      <dsp:nvSpPr>
        <dsp:cNvPr id="0" name=""/>
        <dsp:cNvSpPr/>
      </dsp:nvSpPr>
      <dsp:spPr>
        <a:xfrm>
          <a:off x="0" y="2456242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456242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Reporting</a:t>
          </a:r>
        </a:p>
      </dsp:txBody>
      <dsp:txXfrm>
        <a:off x="0" y="2456242"/>
        <a:ext cx="4997132" cy="409298"/>
      </dsp:txXfrm>
    </dsp:sp>
    <dsp:sp modelId="{EF145345-74DC-4CE7-9806-6DE958DF994E}">
      <dsp:nvSpPr>
        <dsp:cNvPr id="0" name=""/>
        <dsp:cNvSpPr/>
      </dsp:nvSpPr>
      <dsp:spPr>
        <a:xfrm>
          <a:off x="0" y="28655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865540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Prioritization</a:t>
          </a:r>
        </a:p>
      </dsp:txBody>
      <dsp:txXfrm>
        <a:off x="0" y="2865540"/>
        <a:ext cx="4997132" cy="409298"/>
      </dsp:txXfrm>
    </dsp:sp>
    <dsp:sp modelId="{C5A3BC0C-EBEE-4B30-9862-199DD9BAAF9A}">
      <dsp:nvSpPr>
        <dsp:cNvPr id="0" name=""/>
        <dsp:cNvSpPr/>
      </dsp:nvSpPr>
      <dsp:spPr>
        <a:xfrm>
          <a:off x="0" y="3274839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74839"/>
          <a:ext cx="4997132" cy="40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</a:rPr>
            <a:t>Security</a:t>
          </a:r>
        </a:p>
      </dsp:txBody>
      <dsp:txXfrm>
        <a:off x="0" y="3274839"/>
        <a:ext cx="4997132" cy="4092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E10C2-2D0F-479A-A5BF-8F387A2377F6}">
      <dsp:nvSpPr>
        <dsp:cNvPr id="0" name=""/>
        <dsp:cNvSpPr/>
      </dsp:nvSpPr>
      <dsp:spPr>
        <a:xfrm>
          <a:off x="0" y="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D25C3-65B0-4A16-9068-7FAC1E6BB35D}">
      <dsp:nvSpPr>
        <dsp:cNvPr id="0" name=""/>
        <dsp:cNvSpPr/>
      </dsp:nvSpPr>
      <dsp:spPr>
        <a:xfrm>
          <a:off x="0" y="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Fine-grained Permission assigning</a:t>
          </a:r>
        </a:p>
      </dsp:txBody>
      <dsp:txXfrm>
        <a:off x="0" y="0"/>
        <a:ext cx="4997132" cy="460573"/>
      </dsp:txXfrm>
    </dsp:sp>
    <dsp:sp modelId="{B64291B7-5C11-470C-B065-BC87FEC80261}">
      <dsp:nvSpPr>
        <dsp:cNvPr id="0" name=""/>
        <dsp:cNvSpPr/>
      </dsp:nvSpPr>
      <dsp:spPr>
        <a:xfrm>
          <a:off x="0" y="46057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D2D22-BAC9-4224-85A1-50634BD8145A}">
      <dsp:nvSpPr>
        <dsp:cNvPr id="0" name=""/>
        <dsp:cNvSpPr/>
      </dsp:nvSpPr>
      <dsp:spPr>
        <a:xfrm>
          <a:off x="0" y="46057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Keyword Searching</a:t>
          </a:r>
        </a:p>
      </dsp:txBody>
      <dsp:txXfrm>
        <a:off x="0" y="460573"/>
        <a:ext cx="4997132" cy="460573"/>
      </dsp:txXfrm>
    </dsp:sp>
    <dsp:sp modelId="{5CB8FB3E-77E8-4A9B-AACA-97ED063B542C}">
      <dsp:nvSpPr>
        <dsp:cNvPr id="0" name=""/>
        <dsp:cNvSpPr/>
      </dsp:nvSpPr>
      <dsp:spPr>
        <a:xfrm>
          <a:off x="0" y="921146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66C60-A6FF-404F-8002-4035208F50E5}">
      <dsp:nvSpPr>
        <dsp:cNvPr id="0" name=""/>
        <dsp:cNvSpPr/>
      </dsp:nvSpPr>
      <dsp:spPr>
        <a:xfrm>
          <a:off x="0" y="921146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0000"/>
              </a:solidFill>
              <a:latin typeface="Goudy Old Style"/>
            </a:rPr>
            <a:t>Bulk User creation</a:t>
          </a:r>
        </a:p>
      </dsp:txBody>
      <dsp:txXfrm>
        <a:off x="0" y="921146"/>
        <a:ext cx="4997132" cy="460573"/>
      </dsp:txXfrm>
    </dsp:sp>
    <dsp:sp modelId="{8EEA9693-649B-4BE1-A8AA-E78588C49CAD}">
      <dsp:nvSpPr>
        <dsp:cNvPr id="0" name=""/>
        <dsp:cNvSpPr/>
      </dsp:nvSpPr>
      <dsp:spPr>
        <a:xfrm>
          <a:off x="0" y="138172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D11E7-0B7C-4D33-BF50-D1F9E3CC7402}">
      <dsp:nvSpPr>
        <dsp:cNvPr id="0" name=""/>
        <dsp:cNvSpPr/>
      </dsp:nvSpPr>
      <dsp:spPr>
        <a:xfrm>
          <a:off x="0" y="138172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C000"/>
              </a:solidFill>
              <a:latin typeface="Goudy Old Style"/>
            </a:rPr>
            <a:t>API Support</a:t>
          </a:r>
        </a:p>
      </dsp:txBody>
      <dsp:txXfrm>
        <a:off x="0" y="1381720"/>
        <a:ext cx="4997132" cy="460573"/>
      </dsp:txXfrm>
    </dsp:sp>
    <dsp:sp modelId="{6258665D-FD26-488A-A7FD-9BDA0BEB3101}">
      <dsp:nvSpPr>
        <dsp:cNvPr id="0" name=""/>
        <dsp:cNvSpPr/>
      </dsp:nvSpPr>
      <dsp:spPr>
        <a:xfrm>
          <a:off x="0" y="1842293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1A2A-BFB3-4805-A6F4-1B86C59DD2C6}">
      <dsp:nvSpPr>
        <dsp:cNvPr id="0" name=""/>
        <dsp:cNvSpPr/>
      </dsp:nvSpPr>
      <dsp:spPr>
        <a:xfrm>
          <a:off x="0" y="1842293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C000"/>
              </a:solidFill>
              <a:latin typeface="Goudy Old Style"/>
            </a:rPr>
            <a:t>Email Integration</a:t>
          </a:r>
        </a:p>
      </dsp:txBody>
      <dsp:txXfrm>
        <a:off x="0" y="1842293"/>
        <a:ext cx="4997132" cy="460573"/>
      </dsp:txXfrm>
    </dsp:sp>
    <dsp:sp modelId="{A24018EC-1891-4F22-A8AA-15A90131828B}">
      <dsp:nvSpPr>
        <dsp:cNvPr id="0" name=""/>
        <dsp:cNvSpPr/>
      </dsp:nvSpPr>
      <dsp:spPr>
        <a:xfrm>
          <a:off x="0" y="2302867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0E7D2-451D-4285-8CBA-0BD74ABD6000}">
      <dsp:nvSpPr>
        <dsp:cNvPr id="0" name=""/>
        <dsp:cNvSpPr/>
      </dsp:nvSpPr>
      <dsp:spPr>
        <a:xfrm>
          <a:off x="0" y="2302867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C000"/>
              </a:solidFill>
              <a:latin typeface="Goudy Old Style"/>
            </a:rPr>
            <a:t>Official Documentation</a:t>
          </a:r>
        </a:p>
      </dsp:txBody>
      <dsp:txXfrm>
        <a:off x="0" y="2302867"/>
        <a:ext cx="4997132" cy="460573"/>
      </dsp:txXfrm>
    </dsp:sp>
    <dsp:sp modelId="{EF145345-74DC-4CE7-9806-6DE958DF994E}">
      <dsp:nvSpPr>
        <dsp:cNvPr id="0" name=""/>
        <dsp:cNvSpPr/>
      </dsp:nvSpPr>
      <dsp:spPr>
        <a:xfrm>
          <a:off x="0" y="2763440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0C7E-97BE-4701-B32F-7E0A6E1D8E60}">
      <dsp:nvSpPr>
        <dsp:cNvPr id="0" name=""/>
        <dsp:cNvSpPr/>
      </dsp:nvSpPr>
      <dsp:spPr>
        <a:xfrm>
          <a:off x="0" y="2763440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Non limiting caps (for users, tickets, etc.)</a:t>
          </a:r>
        </a:p>
      </dsp:txBody>
      <dsp:txXfrm>
        <a:off x="0" y="2763440"/>
        <a:ext cx="4997132" cy="460573"/>
      </dsp:txXfrm>
    </dsp:sp>
    <dsp:sp modelId="{C5A3BC0C-EBEE-4B30-9862-199DD9BAAF9A}">
      <dsp:nvSpPr>
        <dsp:cNvPr id="0" name=""/>
        <dsp:cNvSpPr/>
      </dsp:nvSpPr>
      <dsp:spPr>
        <a:xfrm>
          <a:off x="0" y="3224014"/>
          <a:ext cx="49971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07E8-4765-4C55-93B3-B33466E1512A}">
      <dsp:nvSpPr>
        <dsp:cNvPr id="0" name=""/>
        <dsp:cNvSpPr/>
      </dsp:nvSpPr>
      <dsp:spPr>
        <a:xfrm>
          <a:off x="0" y="3224014"/>
          <a:ext cx="4997132" cy="460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B050"/>
              </a:solidFill>
              <a:latin typeface="Goudy Old Style"/>
            </a:rPr>
            <a:t>Bulk Ticket resolution</a:t>
          </a:r>
          <a:endParaRPr lang="en-US" sz="1900" kern="1200">
            <a:solidFill>
              <a:srgbClr val="00B050"/>
            </a:solidFill>
          </a:endParaRPr>
        </a:p>
      </dsp:txBody>
      <dsp:txXfrm>
        <a:off x="0" y="3224014"/>
        <a:ext cx="4997132" cy="460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58BDF0-F407-428F-A3B6-74802FE38C51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Researching, selecting, implementing a ticketing system based on requirements outline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D433E6-C589-479E-ABB0-26F53E2C51C6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Top requirements are: Free (open source) and self-hosted to avoid fees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They were acquired via various means such as talking directly to the project managers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A74D0A-4E41-4073-A785-10D2CA117D50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Performing some rudimentary business analysis such as a...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F78D7A-9533-4DB0-952C-5917F780370C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are looking for a general workflow to look like this for ...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558B49-63AB-4241-AA95-CAF6897B1E1D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are looking for a general workflow to look like this for ...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0AAB9B-A933-4A94-8B35-380BEB80D8ED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Via weighted evaluation...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First set of candidates...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B8F89D-879B-489D-B0DA-81FCEC3B1435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CFD618-5C9D-48B8-970F-957E03F0673C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A341B7-9A77-4196-A66B-C4BC2398297D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2394CB-8E3B-4501-A6B7-6D1EF21E163F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8BCB85-AAED-4E0E-851E-F9EAD9F5D34F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006D97-8B56-4262-9A54-3DD673FC8E19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57120" y="1122480"/>
            <a:ext cx="8816400" cy="35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59D5EC6-8F76-49FA-9D78-5706AFE7EC35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" name="Straight Connector 15"/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the outline text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Outline Level</a:t>
            </a:r>
            <a:endParaRPr b="0" i="1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2061360"/>
            <a:ext cx="105152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613D9F0-5869-40AA-AE02-538268C1393F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050040" y="838080"/>
            <a:ext cx="2303280" cy="53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838080"/>
            <a:ext cx="7733880" cy="53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64E27F8-E2D7-4953-A4AE-24C89DFE38CE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1" name="Straight Connector 6"/>
          <p:cNvCxnSpPr/>
          <p:nvPr/>
        </p:nvCxnSpPr>
        <p:spPr>
          <a:xfrm>
            <a:off x="881100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2061360"/>
            <a:ext cx="105152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6F82AD5-E39E-44BF-94BF-233EDBFD19FF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838080"/>
            <a:ext cx="943812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5217120"/>
            <a:ext cx="9438120" cy="8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3C5D886-E041-400A-803A-3E2D39F35A99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81120" cy="41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2011680"/>
            <a:ext cx="5181120" cy="41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A18BBEA-3BE6-4D55-9D66-8BB0CC533C80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824120"/>
            <a:ext cx="499680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499680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355080" y="1824120"/>
            <a:ext cx="50000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355080" y="2505240"/>
            <a:ext cx="500004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51EF4DF-4C38-4D0F-865A-55B3983A618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999720"/>
            <a:ext cx="10515240" cy="15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64088E4-FF2D-46CD-8B35-A955C017843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the outline text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Outline Level</a:t>
            </a:r>
            <a:endParaRPr b="0" i="1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7" name="PlaceHolder 1"/>
          <p:cNvSpPr>
            <a:spLocks noGrp="1"/>
          </p:cNvSpPr>
          <p:nvPr>
            <p:ph type="dt" idx="25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6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7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F3FA6D2-3C6C-4DAC-B010-6EC543501D01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69144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514840" y="987480"/>
            <a:ext cx="5840280" cy="503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1" marL="502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2" marL="82296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Third level</a:t>
            </a:r>
            <a:endParaRPr b="0" i="1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3" marL="109728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Goudy Old Style"/>
              <a:buChar char="–"/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lvl="4" marL="13716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372400"/>
            <a:ext cx="3691440" cy="34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8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9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0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890A14B-D81E-4353-99E0-077C1C9F90BB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7" name="Straight Connector 7"/>
          <p:cNvCxnSpPr/>
          <p:nvPr/>
        </p:nvCxnSpPr>
        <p:spPr>
          <a:xfrm>
            <a:off x="502308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ed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12"/>
          <p:cNvCxnSpPr/>
          <p:nvPr/>
        </p:nvCxnSpPr>
        <p:spPr>
          <a:xfrm flipH="1">
            <a:off x="0" y="18237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69612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786280" y="838080"/>
            <a:ext cx="5603040" cy="518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9880" y="2367360"/>
            <a:ext cx="3696120" cy="35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 rot="5400000">
            <a:off x="10425960" y="4687200"/>
            <a:ext cx="27064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&lt;date/time&gt;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 rot="5400000">
            <a:off x="-1130760" y="1593000"/>
            <a:ext cx="2973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11512440" y="6356520"/>
            <a:ext cx="574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E3791C6-9C30-4449-BD1D-FA68B0084B8D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&lt;number&gt;</a:t>
            </a:fld>
            <a:endParaRPr b="0" lang="en-CA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5" name="Straight Connector 7"/>
          <p:cNvCxnSpPr/>
          <p:nvPr/>
        </p:nvCxnSpPr>
        <p:spPr>
          <a:xfrm>
            <a:off x="502308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diagramData" Target="../diagrams/data4.xml"/><Relationship Id="rId7" Type="http://schemas.openxmlformats.org/officeDocument/2006/relationships/diagramLayout" Target="../diagrams/layout4.xml"/><Relationship Id="rId8" Type="http://schemas.openxmlformats.org/officeDocument/2006/relationships/diagramQuickStyle" Target="../diagrams/quickStyle4.xml"/><Relationship Id="rId9" Type="http://schemas.openxmlformats.org/officeDocument/2006/relationships/diagramColors" Target="../diagrams/colors4.xml"/><Relationship Id="rId10" Type="http://schemas.microsoft.com/office/2007/relationships/diagramDrawing" Target="../diagrams/drawing4.xml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osticket.com/faq/" TargetMode="Externa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diagramData" Target="../diagrams/data5.xml"/><Relationship Id="rId2" Type="http://schemas.openxmlformats.org/officeDocument/2006/relationships/diagramLayout" Target="../diagrams/layout5.xml"/><Relationship Id="rId3" Type="http://schemas.openxmlformats.org/officeDocument/2006/relationships/diagramQuickStyle" Target="../diagrams/quickStyle5.xml"/><Relationship Id="rId4" Type="http://schemas.openxmlformats.org/officeDocument/2006/relationships/diagramColors" Target="../diagrams/colors5.xml"/><Relationship Id="rId5" Type="http://schemas.microsoft.com/office/2007/relationships/diagramDrawing" Target="../diagrams/drawing5.xml"/><Relationship Id="rId6" Type="http://schemas.openxmlformats.org/officeDocument/2006/relationships/diagramData" Target="../diagrams/data6.xml"/><Relationship Id="rId7" Type="http://schemas.openxmlformats.org/officeDocument/2006/relationships/diagramLayout" Target="../diagrams/layout6.xml"/><Relationship Id="rId8" Type="http://schemas.openxmlformats.org/officeDocument/2006/relationships/diagramQuickStyle" Target="../diagrams/quickStyle6.xml"/><Relationship Id="rId9" Type="http://schemas.openxmlformats.org/officeDocument/2006/relationships/diagramColors" Target="../diagrams/colors6.xml"/><Relationship Id="rId10" Type="http://schemas.microsoft.com/office/2007/relationships/diagramDrawing" Target="../diagrams/drawing6.xml"/><Relationship Id="rId1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github.com/zammad/zammad/blob/develop/LICENSE" TargetMode="External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diagramData" Target="../diagrams/data7.xml"/><Relationship Id="rId2" Type="http://schemas.openxmlformats.org/officeDocument/2006/relationships/diagramLayout" Target="../diagrams/layout7.xml"/><Relationship Id="rId3" Type="http://schemas.openxmlformats.org/officeDocument/2006/relationships/diagramQuickStyle" Target="../diagrams/quickStyle7.xml"/><Relationship Id="rId4" Type="http://schemas.openxmlformats.org/officeDocument/2006/relationships/diagramColors" Target="../diagrams/colors7.xml"/><Relationship Id="rId5" Type="http://schemas.microsoft.com/office/2007/relationships/diagramDrawing" Target="../diagrams/drawing7.xml"/><Relationship Id="rId6" Type="http://schemas.openxmlformats.org/officeDocument/2006/relationships/diagramData" Target="../diagrams/data8.xml"/><Relationship Id="rId7" Type="http://schemas.openxmlformats.org/officeDocument/2006/relationships/diagramLayout" Target="../diagrams/layout8.xml"/><Relationship Id="rId8" Type="http://schemas.openxmlformats.org/officeDocument/2006/relationships/diagramQuickStyle" Target="../diagrams/quickStyle8.xml"/><Relationship Id="rId9" Type="http://schemas.openxmlformats.org/officeDocument/2006/relationships/diagramColors" Target="../diagrams/colors8.xml"/><Relationship Id="rId10" Type="http://schemas.microsoft.com/office/2007/relationships/diagramDrawing" Target="../diagrams/drawing8.xml"/><Relationship Id="rId11" Type="http://schemas.openxmlformats.org/officeDocument/2006/relationships/slideLayout" Target="../slideLayouts/slideLayout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8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8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8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8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hyperlink" Target="https://github.com/django-helpdesk/django-helpdesk/blob/main/LICENSE" TargetMode="External"/><Relationship Id="rId3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pic>
        <p:nvPicPr>
          <p:cNvPr id="83" name="Picture 19" descr=""/>
          <p:cNvPicPr/>
          <p:nvPr/>
        </p:nvPicPr>
        <p:blipFill>
          <a:blip r:embed="rId1">
            <a:alphaModFix amt="60000"/>
          </a:blip>
          <a:srcRect l="0" t="15630" r="-2" b="20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 useBgFill="1">
        <p:nvSpPr>
          <p:cNvPr id="84" name="Freeform: 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75440" y="726480"/>
            <a:ext cx="5241240" cy="5343480"/>
          </a:xfrm>
          <a:custGeom>
            <a:avLst/>
            <a:gdLst>
              <a:gd name="textAreaLeft" fmla="*/ 0 w 5241240"/>
              <a:gd name="textAreaRight" fmla="*/ 5241600 w 5241240"/>
              <a:gd name="textAreaTop" fmla="*/ 0 h 5343480"/>
              <a:gd name="textAreaBottom" fmla="*/ 5343840 h 5343480"/>
              <a:gd name="GluePoint1X" fmla="*/ 5325805 w 5325805"/>
              <a:gd name="GluePoint1Y" fmla="*/ 2714782 h 5429563"/>
              <a:gd name="GluePoint2X" fmla="*/ 2611024 w 5325805"/>
              <a:gd name="GluePoint2Y" fmla="*/ 5429563 h 5429563"/>
              <a:gd name="GluePoint3X" fmla="*/ 1942188 w 5325805"/>
              <a:gd name="GluePoint3Y" fmla="*/ 5429563 h 5429563"/>
              <a:gd name="GluePoint4X" fmla="*/ 668836 w 5325805"/>
              <a:gd name="GluePoint4Y" fmla="*/ 5429563 h 5429563"/>
              <a:gd name="GluePoint5X" fmla="*/ 0 w 5325805"/>
              <a:gd name="GluePoint5Y" fmla="*/ 5429563 h 5429563"/>
              <a:gd name="GluePoint6X" fmla="*/ 0 w 5325805"/>
              <a:gd name="GluePoint6Y" fmla="*/ 0 h 5429563"/>
              <a:gd name="GluePoint7X" fmla="*/ 668836 w 5325805"/>
              <a:gd name="GluePoint7Y" fmla="*/ 0 h 5429563"/>
              <a:gd name="GluePoint8X" fmla="*/ 1942188 w 5325805"/>
              <a:gd name="GluePoint8Y" fmla="*/ 0 h 5429563"/>
              <a:gd name="GluePoint9X" fmla="*/ 2611024 w 5325805"/>
              <a:gd name="GluePoint9Y" fmla="*/ 0 h 5429563"/>
              <a:gd name="GluePoint10X" fmla="*/ 5325805 w 5325805"/>
              <a:gd name="GluePoint10Y" fmla="*/ 2714782 h 54295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336320"/>
            <a:ext cx="9143640" cy="282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Ticketing System Implementation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4068720" y="4628160"/>
            <a:ext cx="4053960" cy="106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Michael, ||||||||||||, ||||||||||||, ||||||||||||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8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pic>
        <p:nvPicPr>
          <p:cNvPr id="89" name="Picture 11" descr="Graph on document with pen"/>
          <p:cNvPicPr/>
          <p:nvPr/>
        </p:nvPicPr>
        <p:blipFill>
          <a:blip r:embed="rId1">
            <a:alphaModFix amt="60000"/>
          </a:blip>
          <a:srcRect l="0" t="1415" r="0" b="14318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 useBgFill="1">
        <p:nvSpPr>
          <p:cNvPr id="90" name="Freeform: Shap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75440" y="726480"/>
            <a:ext cx="5241240" cy="5343480"/>
          </a:xfrm>
          <a:custGeom>
            <a:avLst/>
            <a:gdLst>
              <a:gd name="textAreaLeft" fmla="*/ 0 w 5241240"/>
              <a:gd name="textAreaRight" fmla="*/ 5241600 w 5241240"/>
              <a:gd name="textAreaTop" fmla="*/ 0 h 5343480"/>
              <a:gd name="textAreaBottom" fmla="*/ 5343840 h 5343480"/>
              <a:gd name="GluePoint1X" fmla="*/ 5325805 w 5325805"/>
              <a:gd name="GluePoint1Y" fmla="*/ 2714782 h 5429563"/>
              <a:gd name="GluePoint2X" fmla="*/ 2611024 w 5325805"/>
              <a:gd name="GluePoint2Y" fmla="*/ 5429563 h 5429563"/>
              <a:gd name="GluePoint3X" fmla="*/ 1942188 w 5325805"/>
              <a:gd name="GluePoint3Y" fmla="*/ 5429563 h 5429563"/>
              <a:gd name="GluePoint4X" fmla="*/ 668836 w 5325805"/>
              <a:gd name="GluePoint4Y" fmla="*/ 5429563 h 5429563"/>
              <a:gd name="GluePoint5X" fmla="*/ 0 w 5325805"/>
              <a:gd name="GluePoint5Y" fmla="*/ 5429563 h 5429563"/>
              <a:gd name="GluePoint6X" fmla="*/ 0 w 5325805"/>
              <a:gd name="GluePoint6Y" fmla="*/ 0 h 5429563"/>
              <a:gd name="GluePoint7X" fmla="*/ 668836 w 5325805"/>
              <a:gd name="GluePoint7Y" fmla="*/ 0 h 5429563"/>
              <a:gd name="GluePoint8X" fmla="*/ 1942188 w 5325805"/>
              <a:gd name="GluePoint8Y" fmla="*/ 0 h 5429563"/>
              <a:gd name="GluePoint9X" fmla="*/ 2611024 w 5325805"/>
              <a:gd name="GluePoint9Y" fmla="*/ 0 h 5429563"/>
              <a:gd name="GluePoint10X" fmla="*/ 5325805 w 5325805"/>
              <a:gd name="GluePoint10Y" fmla="*/ 2714782 h 54295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336320"/>
            <a:ext cx="9143640" cy="282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Project </a:t>
            </a:r>
            <a:br>
              <a:rPr sz="6600"/>
            </a:br>
            <a:r>
              <a:rPr b="0" lang="en-US" sz="6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Goal 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Requirements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499680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Must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718792187"/>
              </p:ext>
            </p:extLst>
          </p:nvPr>
        </p:nvGraphicFramePr>
        <p:xfrm>
          <a:off x="8398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355080" y="1824120"/>
            <a:ext cx="50000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Nice to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1916472923"/>
              </p:ext>
            </p:extLst>
          </p:nvPr>
        </p:nvGraphicFramePr>
        <p:xfrm>
          <a:off x="63550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Root cause analysis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96" name="Content Placeholder 5" descr="A diagram of a system&#10;&#10;AI-generated content may be incorrect."/>
          <p:cNvPicPr/>
          <p:nvPr/>
        </p:nvPicPr>
        <p:blipFill>
          <a:blip r:embed="rId1"/>
          <a:stretch/>
        </p:blipFill>
        <p:spPr>
          <a:xfrm>
            <a:off x="1975320" y="1699920"/>
            <a:ext cx="8241120" cy="43700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Workflow – User Experience - General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98" name="Content Placeholder 3" descr="A diagram of a system&#10;&#10;AI-generated content may be incorrect."/>
          <p:cNvPicPr/>
          <p:nvPr/>
        </p:nvPicPr>
        <p:blipFill>
          <a:blip r:embed="rId1"/>
          <a:stretch/>
        </p:blipFill>
        <p:spPr>
          <a:xfrm>
            <a:off x="2957040" y="1824480"/>
            <a:ext cx="6277680" cy="457452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Content Placeholder 3" descr="A diagram of a system&#10;&#10;AI-generated content may be incorrect."/>
          <p:cNvPicPr/>
          <p:nvPr/>
        </p:nvPicPr>
        <p:blipFill>
          <a:blip r:embed="rId1"/>
          <a:stretch/>
        </p:blipFill>
        <p:spPr>
          <a:xfrm>
            <a:off x="2957040" y="-542520"/>
            <a:ext cx="9525240" cy="694116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Felix Titling"/>
            </a:endParaRPr>
          </a:p>
        </p:txBody>
      </p:sp>
      <p:pic>
        <p:nvPicPr>
          <p:cNvPr id="101" name="Content Placeholder 3" descr="A diagram of a system&#10;&#10;AI-generated content may be incorrect."/>
          <p:cNvPicPr/>
          <p:nvPr/>
        </p:nvPicPr>
        <p:blipFill>
          <a:blip r:embed="rId2"/>
          <a:srcRect l="0" t="0" r="38643" b="0"/>
          <a:stretch/>
        </p:blipFill>
        <p:spPr>
          <a:xfrm>
            <a:off x="1524600" y="699480"/>
            <a:ext cx="5843520" cy="694116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03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98760" y="1242000"/>
            <a:ext cx="3679920" cy="26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Workflow – Support Experience - General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cxnSp>
        <p:nvCxnSpPr>
          <p:cNvPr id="105" name="Straight Connector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03064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06" name="Content Placeholder 2" descr="A diagram of a system&#10;&#10;AI-generated content may be incorrect."/>
          <p:cNvPicPr/>
          <p:nvPr/>
        </p:nvPicPr>
        <p:blipFill>
          <a:blip r:embed="rId1"/>
          <a:stretch/>
        </p:blipFill>
        <p:spPr>
          <a:xfrm>
            <a:off x="5835960" y="980640"/>
            <a:ext cx="5517360" cy="489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Straight 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08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98760" y="1242000"/>
            <a:ext cx="3679920" cy="26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Weighted Evaluation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cxnSp>
        <p:nvCxnSpPr>
          <p:cNvPr id="110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03064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11" name="Picture 2" descr="A screenshot of a document&#10;&#10;AI-generated content may be incorrect."/>
          <p:cNvPicPr/>
          <p:nvPr/>
        </p:nvPicPr>
        <p:blipFill>
          <a:blip r:embed="rId1"/>
          <a:stretch/>
        </p:blipFill>
        <p:spPr>
          <a:xfrm>
            <a:off x="5372280" y="620280"/>
            <a:ext cx="6642360" cy="5445360"/>
          </a:xfrm>
          <a:prstGeom prst="rect">
            <a:avLst/>
          </a:prstGeom>
          <a:noFill/>
          <a:ln w="0">
            <a:noFill/>
          </a:ln>
          <a:effectLst>
            <a:outerShdw algn="tl" blurRad="190440" rotWithShape="0">
              <a:srgbClr val="000000">
                <a:alpha val="7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Three candidates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33292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OSTicket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839880" y="2505240"/>
            <a:ext cx="332928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 ticketing system that meets most of the requirements with a slightly outdated UI design. It is still currently being updated as of February 2025.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4597200" y="1839240"/>
            <a:ext cx="336276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Zammad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4597200" y="2520000"/>
            <a:ext cx="33627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 modern ticketing system that covers all the must have and nice to have requirements without being overwhelming. The company behind the system is a non-profit that focuses on providing the best product for modern browsers.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8489880" y="2037240"/>
            <a:ext cx="3365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b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Django-Helpdesk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8488440" y="2500200"/>
            <a:ext cx="337464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Lightweight and developer-friendly system best suited for teams comfortable with Python.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1257120" y="5522040"/>
            <a:ext cx="10096560" cy="94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A simple and open-source ticketing platform available for self-hosting.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3549240" y="2626560"/>
            <a:ext cx="50929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72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OSTicket</a:t>
            </a:r>
            <a:endParaRPr b="0" lang="en-CA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Does it meet Requirements?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499680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Must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355080" y="1824120"/>
            <a:ext cx="50000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Nice to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3934033439"/>
              </p:ext>
            </p:extLst>
          </p:nvPr>
        </p:nvGraphicFramePr>
        <p:xfrm>
          <a:off x="8398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4" name="Diagram4"/>
          <p:cNvGraphicFramePr/>
          <p:nvPr>
            <p:extLst>
              <p:ext uri="{D42A27DB-BD31-4B8C-83A1-F6EECF244321}">
                <p14:modId xmlns:p14="http://schemas.microsoft.com/office/powerpoint/2010/main" val="2218967890"/>
              </p:ext>
            </p:extLst>
          </p:nvPr>
        </p:nvGraphicFramePr>
        <p:xfrm>
          <a:off x="63586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Straight Connector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25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98760" y="1242000"/>
            <a:ext cx="3679920" cy="26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Dashboard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7003800" y="6087960"/>
            <a:ext cx="323352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Straight 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03064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29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5242680" y="271440"/>
            <a:ext cx="6736680" cy="57092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31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reporting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133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838080" y="896400"/>
            <a:ext cx="10515240" cy="25232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34" name="Straight Connector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35" name="Picture 3" descr=""/>
          <p:cNvPicPr/>
          <p:nvPr/>
        </p:nvPicPr>
        <p:blipFill>
          <a:blip r:embed="rId2"/>
          <a:stretch/>
        </p:blipFill>
        <p:spPr>
          <a:xfrm>
            <a:off x="5286240" y="3684960"/>
            <a:ext cx="1618920" cy="3330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6" name="TextBox 4"/>
          <p:cNvSpPr/>
          <p:nvPr/>
        </p:nvSpPr>
        <p:spPr>
          <a:xfrm>
            <a:off x="4479120" y="5785560"/>
            <a:ext cx="3233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Straight Connector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38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51000" y="4587480"/>
            <a:ext cx="9689400" cy="119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KBA Support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140" name="Picture 2" descr="A screenshot of a computer&#10;&#10;AI-generated content may be incorrect."/>
          <p:cNvPicPr/>
          <p:nvPr/>
        </p:nvPicPr>
        <p:blipFill>
          <a:blip r:embed="rId1"/>
          <a:srcRect l="0" t="0" r="44271" b="0"/>
          <a:stretch/>
        </p:blipFill>
        <p:spPr>
          <a:xfrm>
            <a:off x="0" y="0"/>
            <a:ext cx="6095520" cy="429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3" descr="A screenshot of a computer&#10;&#10;AI-generated content may be incorrect."/>
          <p:cNvPicPr/>
          <p:nvPr/>
        </p:nvPicPr>
        <p:blipFill>
          <a:blip r:embed="rId2"/>
          <a:srcRect l="0" t="0" r="53497" b="0"/>
          <a:stretch/>
        </p:blipFill>
        <p:spPr>
          <a:xfrm>
            <a:off x="6095880" y="0"/>
            <a:ext cx="6095520" cy="4293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2" name="Straight 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28868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3" name="TextBox 4"/>
          <p:cNvSpPr/>
          <p:nvPr/>
        </p:nvSpPr>
        <p:spPr>
          <a:xfrm>
            <a:off x="4479120" y="5755680"/>
            <a:ext cx="323352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7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45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Prioritization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147" name="Picture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3053880" y="222840"/>
            <a:ext cx="6083640" cy="386856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8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9" name="TextBox 2"/>
          <p:cNvSpPr/>
          <p:nvPr/>
        </p:nvSpPr>
        <p:spPr>
          <a:xfrm>
            <a:off x="4479120" y="5712480"/>
            <a:ext cx="32335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999720"/>
            <a:ext cx="10515240" cy="15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Keyword Searching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151" name="Picture 3" descr=""/>
          <p:cNvPicPr/>
          <p:nvPr/>
        </p:nvPicPr>
        <p:blipFill>
          <a:blip r:embed="rId1"/>
          <a:stretch/>
        </p:blipFill>
        <p:spPr>
          <a:xfrm>
            <a:off x="425880" y="2541960"/>
            <a:ext cx="11339640" cy="24120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2" name="TextBox 2"/>
          <p:cNvSpPr/>
          <p:nvPr/>
        </p:nvSpPr>
        <p:spPr>
          <a:xfrm>
            <a:off x="4479120" y="5048280"/>
            <a:ext cx="32335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838080"/>
            <a:ext cx="5480280" cy="151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BULK Ticket Resolution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155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9720" y="2898720"/>
            <a:ext cx="7169040" cy="2742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6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4852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57" name="TextBox 3"/>
          <p:cNvSpPr/>
          <p:nvPr/>
        </p:nvSpPr>
        <p:spPr>
          <a:xfrm>
            <a:off x="7924680" y="838080"/>
            <a:ext cx="3428640" cy="53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1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The following options are available for tickets: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601"/>
              </a:spcAft>
              <a:tabLst>
                <a:tab algn="l" pos="0"/>
              </a:tabLst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Change status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Assign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Merge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Link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Transfer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Delete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1977480" y="5693760"/>
            <a:ext cx="32335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OSTicket web portal.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60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98760" y="1896480"/>
            <a:ext cx="3679920" cy="96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Branding/ Customization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21960" y="2920320"/>
            <a:ext cx="3233520" cy="186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OpenSymbol"/>
              <a:buChar char="-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Customizable logos and backdrops that could be altered to fit with NSCC.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cxnSp>
        <p:nvCxnSpPr>
          <p:cNvPr id="163" name="Straight Connecto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03064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64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440" y="295200"/>
            <a:ext cx="5576400" cy="28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4" descr="A screen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5652720" y="3686400"/>
            <a:ext cx="5605920" cy="278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7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Straight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67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097280" y="640080"/>
            <a:ext cx="9997200" cy="12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Licensing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1427400" y="5524560"/>
            <a:ext cx="9336600" cy="96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Answer provided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 via OSTicket FAQ page: </a:t>
            </a: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  <a:hlinkClick r:id="rId1"/>
              </a:rPr>
              <a:t>https://osticket.com/faq/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cxnSp>
        <p:nvCxnSpPr>
          <p:cNvPr id="17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71" name="Picture 4" descr="A white background with blue text&#10;&#10;AI-generated content may be incorrect."/>
          <p:cNvPicPr/>
          <p:nvPr/>
        </p:nvPicPr>
        <p:blipFill>
          <a:blip r:embed="rId2"/>
          <a:srcRect l="5178" t="0" r="0" b="697"/>
          <a:stretch/>
        </p:blipFill>
        <p:spPr>
          <a:xfrm>
            <a:off x="315720" y="2666880"/>
            <a:ext cx="11560320" cy="153468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1257120" y="5522040"/>
            <a:ext cx="10096560" cy="94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Modern, fully integrated support platform with a polished UI.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3549240" y="2626560"/>
            <a:ext cx="50929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72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Zammad</a:t>
            </a:r>
            <a:endParaRPr b="0" lang="en-CA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Requirements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499680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Must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5" name="Diagram5"/>
          <p:cNvGraphicFramePr/>
          <p:nvPr>
            <p:extLst>
              <p:ext uri="{D42A27DB-BD31-4B8C-83A1-F6EECF244321}">
                <p14:modId xmlns:p14="http://schemas.microsoft.com/office/powerpoint/2010/main" val="212855269"/>
              </p:ext>
            </p:extLst>
          </p:nvPr>
        </p:nvGraphicFramePr>
        <p:xfrm>
          <a:off x="8398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355080" y="1824120"/>
            <a:ext cx="50000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Nice to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6" name="Diagram6"/>
          <p:cNvGraphicFramePr/>
          <p:nvPr>
            <p:extLst>
              <p:ext uri="{D42A27DB-BD31-4B8C-83A1-F6EECF244321}">
                <p14:modId xmlns:p14="http://schemas.microsoft.com/office/powerpoint/2010/main" val="826819019"/>
              </p:ext>
            </p:extLst>
          </p:nvPr>
        </p:nvGraphicFramePr>
        <p:xfrm>
          <a:off x="63550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78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Dashboard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182" name="Picture 6" descr=""/>
          <p:cNvPicPr/>
          <p:nvPr/>
        </p:nvPicPr>
        <p:blipFill>
          <a:blip r:embed="rId1"/>
          <a:stretch/>
        </p:blipFill>
        <p:spPr>
          <a:xfrm>
            <a:off x="52560" y="79560"/>
            <a:ext cx="12086640" cy="430488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Fine-grained permissions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560960" y="404280"/>
            <a:ext cx="9069480" cy="441252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reporting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4479120" y="5785560"/>
            <a:ext cx="3233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5" descr="A screenshot of a graph&#10;&#10;AI-generated content may be incorrect."/>
          <p:cNvPicPr/>
          <p:nvPr/>
        </p:nvPicPr>
        <p:blipFill>
          <a:blip r:embed="rId1"/>
          <a:stretch/>
        </p:blipFill>
        <p:spPr>
          <a:xfrm>
            <a:off x="1393920" y="441720"/>
            <a:ext cx="9403560" cy="436716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Channels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4479120" y="5785560"/>
            <a:ext cx="3233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2" descr="A screenshot of a web page&#10;&#10;AI-generated content may be incorrect."/>
          <p:cNvPicPr/>
          <p:nvPr/>
        </p:nvPicPr>
        <p:blipFill>
          <a:blip r:embed="rId1"/>
          <a:stretch/>
        </p:blipFill>
        <p:spPr>
          <a:xfrm>
            <a:off x="1866960" y="548640"/>
            <a:ext cx="8457840" cy="42282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193" name="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251000" y="4587480"/>
            <a:ext cx="9689400" cy="119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KBA Support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3" descr=""/>
          <p:cNvPicPr/>
          <p:nvPr/>
        </p:nvPicPr>
        <p:blipFill>
          <a:blip r:embed="rId1"/>
          <a:stretch/>
        </p:blipFill>
        <p:spPr>
          <a:xfrm>
            <a:off x="1078200" y="626760"/>
            <a:ext cx="4318920" cy="346572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7" name="Picture 2" descr=""/>
          <p:cNvPicPr/>
          <p:nvPr/>
        </p:nvPicPr>
        <p:blipFill>
          <a:blip r:embed="rId2"/>
          <a:stretch/>
        </p:blipFill>
        <p:spPr>
          <a:xfrm>
            <a:off x="5658840" y="1073160"/>
            <a:ext cx="5975640" cy="265896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98" name="Straight Connector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" dur="indefinite" restart="never" nodeType="tmRoot">
          <p:childTnLst>
            <p:seq>
              <p:cTn id="23" dur="indefinite" nodeType="mainSeq"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7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251000" y="4587480"/>
            <a:ext cx="9689400" cy="119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KBA Support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Picture 5" descr=""/>
          <p:cNvPicPr/>
          <p:nvPr/>
        </p:nvPicPr>
        <p:blipFill>
          <a:blip r:embed="rId1"/>
          <a:stretch/>
        </p:blipFill>
        <p:spPr>
          <a:xfrm>
            <a:off x="1479600" y="830520"/>
            <a:ext cx="9232560" cy="35312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7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Tickets &amp; Prioritization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4479120" y="5712480"/>
            <a:ext cx="32335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Picture 4" descr=""/>
          <p:cNvPicPr/>
          <p:nvPr/>
        </p:nvPicPr>
        <p:blipFill>
          <a:blip r:embed="rId1"/>
          <a:stretch/>
        </p:blipFill>
        <p:spPr>
          <a:xfrm>
            <a:off x="8335440" y="570240"/>
            <a:ext cx="3480840" cy="39078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" name="Picture 8" descr=""/>
          <p:cNvPicPr/>
          <p:nvPr/>
        </p:nvPicPr>
        <p:blipFill>
          <a:blip r:embed="rId2"/>
          <a:stretch/>
        </p:blipFill>
        <p:spPr>
          <a:xfrm>
            <a:off x="375120" y="1868040"/>
            <a:ext cx="7708680" cy="18846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6" name="TextBox 9"/>
          <p:cNvSpPr/>
          <p:nvPr/>
        </p:nvSpPr>
        <p:spPr>
          <a:xfrm>
            <a:off x="3147480" y="1389240"/>
            <a:ext cx="3108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End-user view.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208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Keyword Searching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4" descr=""/>
          <p:cNvPicPr/>
          <p:nvPr/>
        </p:nvPicPr>
        <p:blipFill>
          <a:blip r:embed="rId1"/>
          <a:stretch/>
        </p:blipFill>
        <p:spPr>
          <a:xfrm>
            <a:off x="838080" y="856800"/>
            <a:ext cx="10515240" cy="260208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1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Straight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214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BULK Ticket Resolution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….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Picture 6" descr=""/>
          <p:cNvPicPr/>
          <p:nvPr/>
        </p:nvPicPr>
        <p:blipFill>
          <a:blip r:embed="rId1"/>
          <a:stretch/>
        </p:blipFill>
        <p:spPr>
          <a:xfrm>
            <a:off x="3063960" y="243000"/>
            <a:ext cx="6063480" cy="37746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18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220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98760" y="1242000"/>
            <a:ext cx="3679920" cy="26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Bulk User Creation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921960" y="4114800"/>
            <a:ext cx="3233520" cy="18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Zammad Helpdesk.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03064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224" name="Picture 3" descr=""/>
          <p:cNvPicPr/>
          <p:nvPr/>
        </p:nvPicPr>
        <p:blipFill>
          <a:blip r:embed="rId1"/>
          <a:stretch/>
        </p:blipFill>
        <p:spPr>
          <a:xfrm>
            <a:off x="5349960" y="575280"/>
            <a:ext cx="6522840" cy="57074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98760" y="1896480"/>
            <a:ext cx="3679920" cy="96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Branding/ Customization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921960" y="2920320"/>
            <a:ext cx="3233520" cy="186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OpenSymbol"/>
              <a:buChar char="-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Change Logo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OpenSymbol"/>
              <a:buChar char="-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Organization name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OpenSymbol"/>
              <a:buChar char="-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Product name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227" name="Picture 2" descr="A screenshot of a login form&#10;&#10;AI-generated content may be incorrect."/>
          <p:cNvPicPr/>
          <p:nvPr/>
        </p:nvPicPr>
        <p:blipFill>
          <a:blip r:embed="rId1"/>
          <a:srcRect l="0" t="34468" r="0" b="0"/>
          <a:stretch/>
        </p:blipFill>
        <p:spPr>
          <a:xfrm>
            <a:off x="6314760" y="2520000"/>
            <a:ext cx="4924800" cy="368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" dur="indefinite" restart="never" nodeType="tmRoot">
          <p:childTnLst>
            <p:seq>
              <p:cTn id="37" dur="indefinite" nodeType="mainSeq"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7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22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097280" y="640080"/>
            <a:ext cx="9997200" cy="12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Licensing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1427400" y="5524560"/>
            <a:ext cx="9336600" cy="96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Answer provided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 via Github Zammad repository: </a:t>
            </a: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  <a:hlinkClick r:id="rId1"/>
              </a:rPr>
              <a:t>https://github.com/zammad/zammad/blob/develop/LICENSE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cxnSp>
        <p:nvCxnSpPr>
          <p:cNvPr id="232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233" name="Picture 3" descr="A black screen with white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1928880" y="2201400"/>
            <a:ext cx="8334000" cy="24476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/>
          </p:nvPr>
        </p:nvSpPr>
        <p:spPr>
          <a:xfrm>
            <a:off x="1257120" y="5522040"/>
            <a:ext cx="10096560" cy="94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Lightweight and developer-friendly system best suited for teams comfortable with Python.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3549240" y="2192040"/>
            <a:ext cx="509292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72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Django Helpdesk</a:t>
            </a:r>
            <a:endParaRPr b="0" lang="en-CA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Requirements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499680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Must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7" name="Diagram7"/>
          <p:cNvGraphicFramePr/>
          <p:nvPr>
            <p:extLst>
              <p:ext uri="{D42A27DB-BD31-4B8C-83A1-F6EECF244321}">
                <p14:modId xmlns:p14="http://schemas.microsoft.com/office/powerpoint/2010/main" val="1487823214"/>
              </p:ext>
            </p:extLst>
          </p:nvPr>
        </p:nvGraphicFramePr>
        <p:xfrm>
          <a:off x="8398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355080" y="1824120"/>
            <a:ext cx="500004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Nice to Have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graphicFrame>
        <p:nvGraphicFramePr>
          <p:cNvPr id="8" name="Diagram8"/>
          <p:cNvGraphicFramePr/>
          <p:nvPr>
            <p:extLst>
              <p:ext uri="{D42A27DB-BD31-4B8C-83A1-F6EECF244321}">
                <p14:modId xmlns:p14="http://schemas.microsoft.com/office/powerpoint/2010/main" val="780427269"/>
              </p:ext>
            </p:extLst>
          </p:nvPr>
        </p:nvGraphicFramePr>
        <p:xfrm>
          <a:off x="6355080" y="2505240"/>
          <a:ext cx="499680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514332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 useBgFill="1">
        <p:nvSpPr>
          <p:cNvPr id="240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Dashboard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1938960" y="5866200"/>
            <a:ext cx="831348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Picture 6" descr=""/>
          <p:cNvPicPr/>
          <p:nvPr/>
        </p:nvPicPr>
        <p:blipFill>
          <a:blip r:embed="rId1"/>
          <a:stretch/>
        </p:blipFill>
        <p:spPr>
          <a:xfrm>
            <a:off x="1865880" y="303120"/>
            <a:ext cx="8460000" cy="38066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44" name="Straight Connector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430524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reporting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46" name="TextBox 4"/>
          <p:cNvSpPr/>
          <p:nvPr/>
        </p:nvSpPr>
        <p:spPr>
          <a:xfrm>
            <a:off x="4479120" y="5785560"/>
            <a:ext cx="32335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3" descr=""/>
          <p:cNvPicPr/>
          <p:nvPr/>
        </p:nvPicPr>
        <p:blipFill>
          <a:blip r:embed="rId1"/>
          <a:stretch/>
        </p:blipFill>
        <p:spPr>
          <a:xfrm>
            <a:off x="105840" y="533160"/>
            <a:ext cx="5808960" cy="288972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8" name="Picture 6" descr=""/>
          <p:cNvPicPr/>
          <p:nvPr/>
        </p:nvPicPr>
        <p:blipFill>
          <a:blip r:embed="rId2"/>
          <a:stretch/>
        </p:blipFill>
        <p:spPr>
          <a:xfrm>
            <a:off x="6170760" y="525960"/>
            <a:ext cx="5914800" cy="28962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251000" y="4587480"/>
            <a:ext cx="9689400" cy="119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KBA Support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4479120" y="5755680"/>
            <a:ext cx="323352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6" descr=""/>
          <p:cNvPicPr/>
          <p:nvPr/>
        </p:nvPicPr>
        <p:blipFill>
          <a:blip r:embed="rId1"/>
          <a:stretch/>
        </p:blipFill>
        <p:spPr>
          <a:xfrm>
            <a:off x="2118600" y="900720"/>
            <a:ext cx="7954200" cy="368640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7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51000" y="4660560"/>
            <a:ext cx="968940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Prioritization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4479120" y="5712480"/>
            <a:ext cx="32335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Picture 4" descr=""/>
          <p:cNvPicPr/>
          <p:nvPr/>
        </p:nvPicPr>
        <p:blipFill>
          <a:blip r:embed="rId1"/>
          <a:stretch/>
        </p:blipFill>
        <p:spPr>
          <a:xfrm>
            <a:off x="4884840" y="735840"/>
            <a:ext cx="2421720" cy="37796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838080" y="999720"/>
            <a:ext cx="10515240" cy="15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Keyword Searching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4479120" y="5048280"/>
            <a:ext cx="32335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4" descr=""/>
          <p:cNvPicPr/>
          <p:nvPr/>
        </p:nvPicPr>
        <p:blipFill>
          <a:blip r:embed="rId1"/>
          <a:stretch/>
        </p:blipFill>
        <p:spPr>
          <a:xfrm>
            <a:off x="419040" y="2926800"/>
            <a:ext cx="11353320" cy="100368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38080" y="838080"/>
            <a:ext cx="5480280" cy="151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BULK Ticket Resolution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7924680" y="838080"/>
            <a:ext cx="3428640" cy="53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1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The following options are available for tickets: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601"/>
              </a:spcAft>
              <a:tabLst>
                <a:tab algn="l" pos="0"/>
              </a:tabLst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Change status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Assign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Merge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Link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Transfer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000000"/>
              </a:buClr>
              <a:buSzPct val="80000"/>
              <a:buFont typeface="OpenSymbo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Delete</a:t>
            </a: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4"/>
          <p:cNvSpPr/>
          <p:nvPr/>
        </p:nvSpPr>
        <p:spPr>
          <a:xfrm>
            <a:off x="1977480" y="5693760"/>
            <a:ext cx="32335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algn="ctr" defTabSz="914400">
              <a:lnSpc>
                <a:spcPct val="110000"/>
              </a:lnSpc>
              <a:spcBef>
                <a:spcPts val="1001"/>
              </a:spcBef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All images are derived from Django Helpdesk Web Portal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Picture 5" descr=""/>
          <p:cNvPicPr/>
          <p:nvPr/>
        </p:nvPicPr>
        <p:blipFill>
          <a:blip r:embed="rId1"/>
          <a:stretch/>
        </p:blipFill>
        <p:spPr>
          <a:xfrm>
            <a:off x="1689120" y="2545200"/>
            <a:ext cx="3809880" cy="29552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2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Goudy Old Style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838080" y="838080"/>
            <a:ext cx="5480280" cy="151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Licensing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pic>
        <p:nvPicPr>
          <p:cNvPr id="264" name="Picture 4" descr="A black screen with white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1637640" y="2207160"/>
            <a:ext cx="3954240" cy="3855240"/>
          </a:xfrm>
          <a:prstGeom prst="rect">
            <a:avLst/>
          </a:prstGeom>
          <a:solidFill>
            <a:srgbClr val="ededed"/>
          </a:solidFill>
          <a:ln cap="sq" w="88900">
            <a:solidFill>
              <a:srgbClr val="ffffff"/>
            </a:solidFill>
            <a:miter/>
          </a:ln>
          <a:effectLst>
            <a:outerShdw algn="tl" blurRad="5508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65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48520" y="0"/>
            <a:ext cx="36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7924680" y="838080"/>
            <a:ext cx="3428640" cy="53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Custom license following the open-source criteria with enforcement of original Copyright in product and no endorsements named to creators.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Provided via Django Helpdesk Github Repository, 2025;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  <a:hlinkClick r:id="rId2"/>
              </a:rPr>
              <a:t>https://github.com/django-helpdesk/django-helpdesk/blob/main/LICENSE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  <a:ea typeface="Goudy Old Style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839880" y="379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Recommendation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839880" y="1824120"/>
            <a:ext cx="332928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Django-Helpdesk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839880" y="2505240"/>
            <a:ext cx="332928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Experience with Python, easy to setup.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Small team or Academic environment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4597200" y="1839240"/>
            <a:ext cx="3362760" cy="6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Zammad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/>
          </p:nvPr>
        </p:nvSpPr>
        <p:spPr>
          <a:xfrm>
            <a:off x="4597200" y="2520000"/>
            <a:ext cx="33627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Straight out of the box every requirement met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Designed around Modern software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Good scalability + usability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Good long-term support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72" name="TextBox 6"/>
          <p:cNvSpPr/>
          <p:nvPr/>
        </p:nvSpPr>
        <p:spPr>
          <a:xfrm>
            <a:off x="8489880" y="2037240"/>
            <a:ext cx="3365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b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OSTicket</a:t>
            </a:r>
            <a:endParaRPr b="0" lang="en-C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Content Placeholder 5"/>
          <p:cNvSpPr/>
          <p:nvPr/>
        </p:nvSpPr>
        <p:spPr>
          <a:xfrm>
            <a:off x="8487000" y="2491200"/>
            <a:ext cx="3362760" cy="36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Older reliable software with a good track record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Simpler set up for basic email functionality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Dedicated community for plugins, documentation, and forums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838080" y="585000"/>
            <a:ext cx="10515240" cy="11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Felix Titling"/>
              </a:rPr>
              <a:t>Up next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838080" y="2061360"/>
            <a:ext cx="105152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Developing documentation for possible system implementation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More research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Install plans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Security configuration planning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Disaster recovery and backup plans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Obtaining hardware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Testing plans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oudy Old Style"/>
              </a:rPr>
              <a:t>Knowledge based articles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oudy Old Styl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rchwayVTI">
  <a:themeElements>
    <a:clrScheme name="Custom 1">
      <a:dk1>
        <a:srgbClr val="000000"/>
      </a:dk1>
      <a:lt1>
        <a:srgbClr val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 pitchFamily="0" charset="1"/>
        <a:ea typeface=""/>
        <a:cs typeface=""/>
      </a:majorFont>
      <a:minorFont>
        <a:latin typeface="Goudy Old Styl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Application>LibreOffice/25.8.3.2$Windows_X86_64 LibreOffice_project/8ca8d55c161d602844f5428fa4b58097424e324e</Application>
  <AppVersion>15.0000</AppVersion>
  <Words>905</Words>
  <Paragraphs>220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2025-04-25T11:42:59Z</dcterms:created>
  <dc:creator>Laprise,Michael</dc:creator>
  <dc:description/>
  <dc:language>en-CA</dc:language>
  <cp:lastModifiedBy/>
  <dcterms:modified xsi:type="dcterms:W3CDTF">2025-11-13T16:54:14Z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44</vt:i4>
  </property>
</Properties>
</file>